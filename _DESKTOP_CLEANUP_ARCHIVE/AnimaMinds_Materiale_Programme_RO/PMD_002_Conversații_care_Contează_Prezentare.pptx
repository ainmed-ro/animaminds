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Conversații care Contează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Cuvintele potrivite schimbă totul.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Rezumat: 3 sesiuni (2h + 2h + 2.5h) Online Live · 1 zi la sediu · 2 zile Experience Edition | Learning Hours: 7.5 | CPD Hours: 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Cuvintele potrivite schimbă totul.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Pentru cine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Personal medical (comunicare cu pacienți și colegi)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(comunicare internă și externă)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și traineri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Tehnicieni sau dezvoltatori software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tehnici de convingere sau manipulare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comunicare „de fațadă" fără schimbare reală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au nevoie de terapie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 sau mediere profesională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**Teams with trust issues:** 1-day on-site with extended role-play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**Managers:** 2 × 3h online with real-case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**Schools:** 2 × 3h focused on feedback to students and parent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**Healthcare:** 1-day on-site focused on patient and team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monolog la dialog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Tipuri de feedback: apreciere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evaluare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coaching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Bariere în comunicare: frică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presupuneri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reputație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Introducere în siguranța psihologică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Nivelurile ascultării: internală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focalizată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globală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parafrază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clarificare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rezumare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validare emoțională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ascultare fără să întrerupi și fără să soliciți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Structura feedbackului constructiv: situație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comportament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impact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cerere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pozitiv și de îmbunătățire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scrierea unui mesaj de feedback în 4 propoziții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Rol-play în perechi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spui nu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livrezi vești proaste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gestionezi emoții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Tehnica „Eu observ... Eu simt... Eu am nevoie..."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Scenarii pe roluri: manager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coleg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specialist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Conversații pentru aliniere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nu pentru convinșere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Întrebări puternice și ascultare în grup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consens minus unu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maparea acordurilor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a 3 conversații importante din următoarele 30 de zile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Scopul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mesajul cheie și primul pas pentru fiecare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Sentence Rewrite uses chat or shared doc.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Listening Triangles use breakout rooms with assigned roles.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Alignment Map uses a shared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Difficult Conversation Role-Play uses breakout rooms with **video-on** or **chat-based** alternatives.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Plan uses individual digital worksheet.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**Speaker** — delivers the message.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**Recipient** — receives the message.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**Observer** — watches and takes notes using the Active Listening Rubric or Feedback Rubric.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conversation is conducted via a shared chat or breakout-room chat thread.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facilitator assigns the same scenario.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After 5 minutes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group debriefs: What worked in writing? What was missing compared to voice/body language?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an evening reflection on personal communication patterns.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outdoor or movement-based listening exercise.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longer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coached role-plays with peer feedback.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role-plays using Active Listening Rubric and Feedback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feedback scripts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completed feedback script + one 4-sentence message ready to send.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a recent conversation the participant will approach differently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and why.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 feedback script.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confidence in giving feedback.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2 important conversations they will initiate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 card library (30+ scenarios by sector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including advanced scenarios)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script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Active Listening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safety protocol (see section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formula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Listening techniques card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Checklist: „Înainte de o conversație dificilă"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action plan template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Psychological safety checklist (see section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Flipchart or whiteboard (physical or digital)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Microphones for larger rooms (Experience Edition / on-site)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low-tech version using printed cards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 clear purpose for the conversation.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focusing on one behaviour or situation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 person's character.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willing to listen at least as much as I speak.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prepared to acknowledge my own part in the situation.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choosing words that connect before correcting.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 private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appropriate setting.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allowed enough time for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just delivery.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prepared to ask "Ce auzi tu când spun asta?" and adjust.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Debrief emotionally demanding sessions with a co-facilitator or supervisor.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Avoid taking responsibility for participants' personal outcomes.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Take breaks between consecutive deliveries.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feedback to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parent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colleague collaboration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classroom dialogue.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communication must model the behaviour educators want students to learn.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patient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handover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breaking bad news (basic level only).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this program does **not** replace clinical communication training; it supports everyday professional dialogue.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official correspondence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internal team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consultations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cross-department collaboration.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communication must remain neutral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respectful and aligned with institutional values.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„Care sunt cele mai importante 3 rezultate pentru fiecare departament?"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„Unde se suprapun interesele noastre?"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„Ce compromis realist putem accepta împreună?"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„Cine comunică ce și când?"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client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performance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negotiation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cross-functional alignment.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link communication to business outcomes: clarity saves time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trust reduces turnover.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donor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volunteer coordination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partner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beneficiary-sensitive messaging.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align communication with mission and values; avoid donor-centric language that dehumanises beneficiaries.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cold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Empathetic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soft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Courageous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aggressive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philosophical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relationship-second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task-third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privacy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Boundary with Calm sub Presiune is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Emotional safety protocol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Scope statement (not therapy/counselling/mediation)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leadership or team development.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Strong facilitation skills for sensitive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emotionally loaded topics.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maintain boundaries and keep conversations within the program scope.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feedback models and psychological safety concepts.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maturity and capacity to hold space for discomfort without rescuing or advising.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 or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Conversații care Contează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Confidence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feedback and difficult-conversation habits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feedback scripts and role-plays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confidence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script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conversations initiated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relationships improved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challenges encountered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submission of a second feedback script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Beneficii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Pregătește și livrează feedback care produce schimbare.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Ascultă activ în conversații emoționale sau cu miză ridicată.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Exprimă dezacord sau vești dificile fără să atace persoana.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Aliniază echipa în jurul unei decizii prin dialog, nu monolog.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Construiește siguranță psihologică și încredere pas cu pas.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Menține claritatea și respectul sub presiune.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(1/6)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**Explain** the difference between feedback, evaluation and appreciation.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**Prepare** a feedback conversation using a structured framework.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**Listen actively** in conversations where emotions or stakes are high.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**Express** disagreement or bad news without attacking the person.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**Align** a team around a decision using questions, not monologues.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(2/6)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**Identify** concrete repair steps for a working relationship after a difficult conversation, and describe them in a written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**Apply** a checklist for psychologically safe communication.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**Create** a personal communication action plan for the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Trei conversații pe care vreau să le abordez diferit: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Prima conversație pe care o voi pregăti: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(3/6)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Mesajul meu cheie (în maximum 2 propoziții):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Ce voi face ca să creez siguranță psihologică: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Ce voi evita (vechi obicei):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Primul pas concret: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Pause the activity calmly.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(4/6)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Acknowledge the emotion without pressuring the person to continue: *„Văd că acest subiect atinge ceva personal. Nu trebuie să continuăm în rol."*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Offer options: observe, take a short break, or speak privately with the facilitator.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Do not offer counselling, diagnosis or advice beyond the scope of communication skills.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If needed, refer the participant to appropriate support (HR, EAP, therapist, manager).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Return the group to the activity or move to a less intense exercise.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(5/6)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Thank them for trusting the group.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State clearly: *„Acest program nu oferă terapie sau consiliere. Vă recomand să discutați cu un specialist."*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Offer a private follow-up conversation to identify appropriate referral.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24. Document the referral offer and any action taken.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25. **Content review cycle:** Program content is reviewed every 6 months or after any significant research update on psychological safety or feedback models.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(6/6)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26. **Facilitator debrief:** After each delivery, facilitators complete a 15-minute debrief form noting what worked, what did not and any emotional intensity.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27. **Participant feedback analysis:** Feedback scores and comments are reviewed after every 3 deliveries to identify trends.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28.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29. **Sector validation:** Sector-specific examples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30. **Safety audit:** Once per year, scenarios and role-play boundaries are reviewed to ensure they do not trigger unresolved trauma or require therapeutic intervention.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Formate de livrare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Mulțumim!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Pentru oferte personalizate: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2026-07-12T19:56:29Z</dcterms:created>
  <dcterms:modified xsi:type="dcterms:W3CDTF">2026-07-12T19:56:29Z</dcterms:modified>
</cp:coreProperties>
</file>