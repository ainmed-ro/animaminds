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Avantajul Uman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Ceea ce te face om rămâne de neînlocuit.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Ceea ce te face om rămâne de neînlocuit.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training tehnic sau de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care vor soluții gata făcute fără efort de gândire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coaching individual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înlocuiască gândirea umană cu procese automate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facing automation pressure:** 1-day on-site with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decision-quality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Experience Edition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 / Public administration:** 1-day on-site with adaptability and bias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poate AI-ul și ce nu poate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informație la înțelegere: diferența dintre date și sens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gândirea critică ca obicei profesional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Anatomia unui argument: afirmație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dovezi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raționament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ipoteze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5 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analiza cauzelor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testul adversarului (devil's advocate)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deconstruirea unei propuneri din propriul domeniu folosind 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Biasuri comune: confirmare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disponibilitate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prezență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optimism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reducem impactul biasurilor: structuri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diversitate de perspective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**Bias Mitigation Workshop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brainstorming la gândirea convergentă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Framework-uri: 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„Ce-ar face dacă..."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design constraints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generarea de soluții pentru o problemă reală cu resurse limitate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OODA: observă → orientează-te → decide → acționează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rămâi stabil în valori și flexibil în metodă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**Adaptability Simulation (40 min):**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unei zone de dezvoltare: gândire critică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judecată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Primul experiment și modalitate de reflecție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AI Blind Spot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uses breakout rooms and shared docs.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Hunt uses polls and discussion.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Creativity uses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 Simulation uses structured chat or live role-play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on personal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observation and sense-making exercises.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 creative sprints with exhibits.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argument analysis and creative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judgement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Argument Anatomy + Bias Mitigation Checklist + revised Adaptability Plan +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human skill the participant will strengthen in the next 30 days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Argument Anatomy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revised Adaptability Plan and judgement case evaluation.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awareness of their own thinking habits.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one area where they will rely more on human judgement than on templates or tools.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toolkit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card 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framework cards (SCAMPER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„What if"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constraint prompts)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Judgement case study library by sector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simulation briefs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Matrix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Matrix PMD_001–004 ↔ PMD_005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Bias Mitigation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prompts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 Edge Checklist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Human–AI complementarity reflection guide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development plan template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cards and worksheets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assumptions are hidden here?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evidence supports this and what evidence is missing?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Could a bias be influencing me or the source?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values or ethical issues are not visible?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would a reasonable opponent say?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Have I considered at least two alternatives?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is the human cost or impact?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What must I add that a machine cannot?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improving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adaptability and judgement → PMD_005.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questioning information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encouraging student curiosity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teaching methods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in the classroom.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teachers model the thinking habits they want students to develop.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interpreting clinical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diagnosis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treatment plans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problem-solving under constraints.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the thinking process behind complex cases.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policy 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political bias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citizen needs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solutions with limited resources.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reasoning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public interest.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market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recognising bias in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to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product and process innovation.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strong thinking to competitive advantage and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evaluating impact 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adapting programmes to changing contexts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 fundraising and advocacy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ethical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human judgement protects mission integrity and beneficiary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Curious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cynical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Rigorous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chaotic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insecure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technology-aware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PMD_003 and PMD_004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Argument Anatomy Template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Bias Mitigation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Human–AI Complementarity Matrix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Human Edge Checklist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critical thinking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learning or cognitive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reflective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open-ended discussions.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challenge assumptions without being dismissive.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human cognition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tools or strategy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Avantajul Uman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Critical thinking self-assessment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Creativity and adaptability self-assessment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argument analyses and case studies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self-assessments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Argument Anatomy + Bias Mitigation Checklist + revised Adaptability Plan + judgement case evaluation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thinking habits practised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adaptations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Întărește gândirea critică, adaptabilitatea, creativitatea și judecata.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Recunoaște și reduce impactul biasurilor cognitive.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Generează soluții originale și utile sub constrângere.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Adaptează planul când apar informații noi.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Evaluează calitatea deciziilor folosind criterii dincolo de rezultatul imediat.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Explică rolul complementar al judecății umane și AI în muncă profesională.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**Identify** assumptions, evidence and reasoning in a given argument or proposal.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critical thinking tools to evaluate a real-world claim or problem.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**Recognise** common cognitive biases and explain how they affect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**Generate** multiple creative solutions to a constrained problem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**Adapt** a plan or approach in response to new, unexpected information.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**Evaluate** the quality of a decision using criteria beyond immediate outcome.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development plan for strengthening human judgement over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**Explain** the complementary roles of human judgement and AI in professional 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De ce cred asta?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Ce ar putea să dovedească contrariul?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Ce s-ar schimba dacă o ipoteză este greșită?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Zona pe care vreau să o dezvolt (alege una):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De ce această zonă este importantă pentru mine acum: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Situația în care voi practica (concretă, specifică):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Obiceiul săptămânal: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Cum voi ști că progresez: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Primul pas (când și unde):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**Content review cycle:** Program content is reviewed every 6 months or after significant updates in cognitive science, creativity research or AI capabilities.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**Facilitator debrief:** After each delivery, facilitators complete a 15-minute debrief form noting what worked, what did not and any group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**Sector validation:** Sector-specific case studies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**Safety audit:** Once per year, case studies are reviewed to ensure they do not require therapy, individual coaching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2026-07-12T18:40:20Z</dcterms:created>
  <dcterms:modified xsi:type="dcterms:W3CDTF">2026-07-12T18:40:20Z</dcterms:modified>
</cp:coreProperties>
</file>