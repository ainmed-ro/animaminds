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D4A5C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AnimaMinds | NICULAE ALINA-IONELA PFA | CPD Approved Provider — The CPD Group #790577</a:t>
            </a:r>
            <a:endParaRPr lang="en-US" sz="1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0715A"/>
                </a:solidFill>
              </a:rPr>
              <a:t>AnimaMinds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2D4A5C"/>
                </a:solidFill>
              </a:rPr>
              <a:t>AI Fără Haos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A0715A"/>
                </a:solidFill>
              </a:rPr>
              <a:t>Folosește AI. Păstrează controlul.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Summary: 1 zi (6–8h) sau 2 zile Experience Edition | Learning Hours: 3 | CPD Hours: 3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4A5C"/>
                </a:solidFill>
              </a:rPr>
              <a:t>Promisiunea programului / Programme Promise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Folosește AI. Păstrează controlul.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4A5C"/>
                </a:solidFill>
              </a:rPr>
              <a:t>Who is this for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5212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Profesori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Manageri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Lideri de echipă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Specialiști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Antreprenori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Asistenți medicali și personal sanitar (pentru documentație și comunicare)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Funcționari publici (pentru raportare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comunicate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sinteză)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Formatori și traineri (pentru crearea de materiale)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Tineri la început de carieră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Tehnicieni sau dezvoltatori software (prea de bază pentru ei)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Persoane care caută doar liste de prompturi fără înțelegere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Organizații care vor să înlocuiască oameni cu AI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**Organisations:** 1-day on-site or 2 × 3h online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**Schools:** 2 × 3h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with focus on lesson planning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feedback and parent communication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**Healthcare/administration:** 1-day on-site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with sector examples and privacy protocols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Ce este și ce nu este AI-ul (15 min)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Tipuri de AI: generativ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predictiv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analitic (10 min)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Limitări reale și mituri comune (15 min)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Etică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date personale și confidențialitate (15 min)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Q&amp;A și consolidare (5 min)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Exercițiu: „Ce pot delega AI-ului?”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Criterii de selecție: repetitive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structurate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cu text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cu feedback rapid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Când NU să folosești AI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Structura unui prompt eficient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Tehnici: rol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context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format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constrângeri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exemple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iterare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Exerciții practice în perechi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Profesori: planuri de lecție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feedback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comunicate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Manageri: rapoarte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emailuri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sinteze de întâlniri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Specialiști: cercetare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documentație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prezentări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Antreprenori: propuneri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oferte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strategii de comunicare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Cum să citești critic un output AI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Detectarea informațiilor false sau parțiale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Adaptarea la vocea și valorile proprii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Crearea unui plan de 30 de zile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Identificarea unui „buddy AI” în echipă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Resurse de continuare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Sector Scenario Stations become digital breakout rooms with pre-loaded prompts.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AI vs. Human uses shared documents or collaborative whiteboards.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Ethical Dilemma Cards are displayed on screen and discussed in breakout rooms.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Add an evening reflection session on Day 1.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Extend Sector Scenario Stations to include peer coaching.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Include a „human-AI contract" commitment ritual.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Observarea exercițiilor practice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Feedback la prompturi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Auto-evaluare la finalul fiecărui modul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**Practical deliverable:** Each participant produces one AI-assisted work asset relevant to their role.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**Reflection brief:** 150–250 words on what they will use AI for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what they will not use it for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and how they will maintain control.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100% of participants submit a practical deliverable.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90% of participants report increased confidence in using AI.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80% of participants identify at least 3 tasks they will delegate to AI within 30 days.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Facilitator guide with timings and talking points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Slide deck (customisable)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Prompt library (50+ prompts by sector)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Scenario cards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Assessment rubric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Pre- and post-program survey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Troubleshooting guide (see section 10.1)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Follow-up email sequence (see section 10.2)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Workbook (PDF)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Prompt cheat sheet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Checklist: „Înainte să folosesc AI”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List of recommended free AI tools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30-day action plan template (see section 10.3)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Ethical/privacy checklist (see section 10.4)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Internet access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Participants should have access to at least one free generative AI tool (e.g.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ChatGPT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Gemini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Copilot)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Projector or large screen for facilitator demonstrations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Backup plan: offline prompt-writing exercises if internet fails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 ] I am not entering personal data of students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patients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clients or employees.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 ] I am not entering confidential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classified or commercially sensitive information.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 ] I know which AI tool I am using and whether inputs may be used to train the model.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 ] I will verify facts and not assume the output is correct.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 ] I will edit the output to reflect my own voice and professional judgement.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 ] I will take responsibility for the final result.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 ] I have checked my organisation's AI-use policy (if one exists).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**Focus:** lesson planning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feedback to students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parent communication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administrative emails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differentiation of materials.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**Privacy note:** never input student personal data into public AI tools.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**Focus:** patient communication templates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summarising guidelines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public health materials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internal reporting.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**Privacy note:** no patient data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no clinical decisions delegated to AI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all outputs reviewed by qualified staff.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**Focus:** official correspondence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reports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public communication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meeting summaries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translation support.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**Compliance note:** follow institutional AI policy; no confidential or classified data in public tools.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**Focus:** client proposals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marketing content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HR communications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strategy documents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competitor research.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**Note:** develop internal AI-use guidelines and establish human-in-the-loop review.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**Focus:** grant applications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donor communication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social media content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volunteer coordination.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**Note:** align AI use with organisational values and beneficiary confidentiality.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Practical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not philosophical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Empowering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not frightening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Human-first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AI-second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Ethical and responsible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No jargon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no coding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Purpose is clear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Target audience is specific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Learning outcomes are measurable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Activities are practical and role-relevant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Assessment is achievable and meaningful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Sector adaptations are documented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Ethical and privacy guardrails are explicit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Resources are listed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Tone aligns with AnimaMinds messaging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CPD annex included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Review findings addressed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Demonstrated experience in training adults in a professional context.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Practical experience using generative AI tools in their own work.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Ability to explain technical concepts in non-technical language.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Familiarity with data privacy and AI ethics basics.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Background in education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healthcare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public administration or business (to match sector adaptations).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Experience delivering both online and in-person training.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Completion of the AnimaMinds AI Fără Haos facilitator induction.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Confidence questionnaire (5 items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Likert 1–5)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Self-assessment of current AI use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Facilitator observation checklist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Participant worksheet completion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Module-end quick checks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Repeat confidence questionnaire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Practical deliverable submission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Reflection brief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Satisfaction survey (5 items)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Short online survey: tasks delegated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time saved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challenges encountered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Optional submission of a second deliverable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4A5C"/>
                </a:solidFill>
              </a:rPr>
              <a:t>Benefits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1920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1. Transformă AI-ul din sursă de anxietate în instrument practic și controlabil.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2. Identifică taskuri repetitive pe care AI-ul le poate accelera.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3. Învață să validezi, editezi și preiei responsabilitatea pentru outputurile generate de AI.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4. Protejează datele personale, confidențiale și sensibile.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5. Păstrează judecata profesională și vocea umană.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4A5C"/>
                </a:solidFill>
              </a:rPr>
              <a:t>What you will learn (1/4)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1920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1. **Explain** what generative AI can and cannot do in a professional context.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2. **Identify** at least 5 repetitive tasks in their own workflow that can be accelerated with AI.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3. **Use** core prompting techniques (role, context, format, constraints, iteration).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4. **Evaluate** AI outputs for accuracy, bias, tone and suitability.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5. **Edit** and personalise AI-generated content so it reflects their own voice and expertise.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4A5C"/>
                </a:solidFill>
              </a:rPr>
              <a:t>What you will learn (2/4)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1920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6. **Apply** a simple ethical and data-privacy checklist before using AI.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7. **Create** at least one practical work asset using AI (email, lesson plan, report, presentation, etc.).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8. **Develop** a personal AI-use plan for the next 30 days.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9. Trei taskuri pe care le voi delega AI-ului: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10. Primul task pe care îl voi încerca mâine: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4A5C"/>
                </a:solidFill>
              </a:rPr>
              <a:t>What you will learn (3/4)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1920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11. Tool-ul pe care îl voi folosi: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12. Regula mea de siguranță: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13. Cum voi verifica outputul: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14. Buddy AI / persoana cu care împărtășesc progresul: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15. **Content review cycle:** Program content is reviewed every 6 months or after any major AI tool update, whichever comes first.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4A5C"/>
                </a:solidFill>
              </a:rPr>
              <a:t>What you will learn (4/4)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1920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16. **Facilitator debrief:** After each delivery, facilitators complete a 15-minute debrief form noting what worked, what did not and any participant questions they could not answer.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17. **Participant feedback analysis:** Feedback scores and comments are reviewed after every 3 deliveries to identify trends.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18. **Update log:** All changes to the PMD are logged with date, reason and approver.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19. **Sector validation:** Sector-specific examples are reviewed by at least one subject-matter expert or practitioner every 12 months.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20. **Data privacy audit:** Once per year, the privacy checklist and tool recommendations are reviewed to ensure compliance with current regulations and tool terms of service.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4A5C"/>
                </a:solidFill>
              </a:rPr>
              <a:t>Delivery formats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115214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• Online Live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• La sediul instituției / organizației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• Experience Edition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D4A5C"/>
                </a:solidFill>
              </a:rPr>
              <a:t>Thank you!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0715A"/>
                </a:solidFill>
              </a:rPr>
              <a:t>For custom offers: contact@animaminds.ro | www.animaminds.ro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2026-07-12T18:40:11Z</dcterms:created>
  <dcterms:modified xsi:type="dcterms:W3CDTF">2026-07-12T18:40:11Z</dcterms:modified>
</cp:coreProperties>
</file>