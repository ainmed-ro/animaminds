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4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AnimaMinds | NICULAE ALINA-IONELA PFA | CPD Approved Provider — The CPD Group #790577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715A"/>
                </a:solidFill>
              </a:rPr>
              <a:t>AnimaMinds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4A5C"/>
                </a:solidFill>
              </a:rPr>
              <a:t>Conversații care Contează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0715A"/>
                </a:solidFill>
              </a:rPr>
              <a:t>Cuvintele potrivite schimbă totul.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Summary: 1 zi (6–8h) sau 2 zile Experience Edition | Learning Hours: 3 | CPD Hours: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Promisiunea programului / Programme Promise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Cuvintele potrivite schimbă totul.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Who is this for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Profesioniști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Tineri la început de carieră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Personal medical (comunicare cu pacienți și colegi)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Funcționari publici (comunicare internă și externă)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Formatori și traineri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Tehnicieni sau dezvoltatori software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doar tehnici de convingere sau manipulare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Organizații care vor comunicare „de fațadă" fără schimbare reală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au nevoie de terapie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consiliere sau mediere profesională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**Teams with trust issues:** 1-day on-site with extended role-play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**Managers:** 2 × 3h online with real-case practice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**Schools:** 2 × 3h focused on feedback to students and parent conversations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**Healthcare:** 1-day on-site focused on patient and team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 la monolog la dialog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Tipuri de feedback: apreciere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evaluare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coaching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Bariere în comunicare: frică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presupuneri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reputație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Introducere în siguranța psihologică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Nivelurile ascultării: internală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focalizată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globală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Tehnici: parafrază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clarificare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rezumare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validare emoțională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ascultare fără să întrerupi și fără să soliciți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Structura feedbackului constructiv: situație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comportament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impact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cerere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pozitiv și de îmbunătățire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scrierea unui mesaj de feedback în 4 propoziții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Rol-play în perechi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spui nu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livrezi vești proaste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gestionezi emoții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Tehnica „Eu observ... Eu simt... Eu am nevoie..."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Scenarii pe roluri: manager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coleg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specialist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Conversații pentru aliniere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nu pentru convinșere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Întrebări puternice și ascultare în grup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Tehnici: consens minus unu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maparea acordurilor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Identificarea a 3 conversații importante din următoarele 30 de zile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Scopul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mesajul cheie și primul pas pentru fiecare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Resurse de continuare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Sentence Rewrite uses chat or shared doc.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Listening Triangles use breakout rooms with assigned roles.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Alignment Map uses a shared digital whiteboard.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Difficult Conversation Role-Play uses breakout rooms with **video-on** or **chat-based** alternatives.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Plan uses individual digital worksheet.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**Speaker** — delivers the message.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**Recipient** — receives the message.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**Observer** — watches and takes notes using the Active Listening Rubric or Feedback Rubric.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conversation is conducted via a shared chat or breakout-room chat thread.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facilitator assigns the same scenario.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After 5 minutes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the group debriefs: What worked in writing? What was missing compared to voice/body language?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Add an evening reflection on personal communication patterns.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Include outdoor or movement-based listening exercise.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Use longer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coached role-plays with peer feedback.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Observation of role-plays using Active Listening Rubric and Feedback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feedback scripts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**Practical deliverable:** One completed feedback script + one 4-sentence message ready to send.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**Reflection brief:** 150–250 words on a recent conversation the participant will approach differently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and why.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100% of participants submit a feedback script.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90% of participants report increased confidence in giving feedback.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80% of participants identify at least 2 important conversations they will initiate within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guide with timings and talking points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Slide deck (customisable)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Scenario card library (30+ scenarios by sector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including advanced scenarios)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script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Active Listening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Assessment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Pre- and post-program survey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Troubleshooting guide (see section 10.1)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Follow-up email sequence (see section 10.2)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Emotional safety protocol (see section 10.5)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Workbook (PDF)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formula cheat 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Listening techniques card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Checklist: „Înainte de o conversație dificilă"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action plan template (see section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Psychological safety checklist (see section 10.4)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Projector or large screen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Flipchart or whiteboard (physical or digital)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Microphones for larger rooms (Experience Edition / on-site)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Backup plan: low-tech version using printed cards if technology fails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a clear purpose for the conversation.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focusing on one behaviour or situation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the person's character.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willing to listen at least as much as I speak.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prepared to acknowledge my own part in the situation.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choosing words that connect before correcting.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a private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appropriate setting.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allowed enough time for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just delivery.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am prepared to ask "Ce auzi tu când spun asta?" and adjust.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Debrief emotionally demanding sessions with a co-facilitator or supervisor.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Avoid taking responsibility for participants' personal outcomes.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Take breaks between consecutive deliveries.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feedback to students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parent conversations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colleague collaboration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classroom dialogue.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communication must model the behaviour educators want students to learn.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patient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handover conversations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feedback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breaking bad news (basic level only).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this program does **not** replace clinical communication training; it supports everyday professional dialogue.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official correspondence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internal team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consultations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cross-department collaboration.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**Compliance note:** communication must remain neutral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respectful and aligned with institutional values.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„Care sunt cele mai importante 3 rezultate pentru fiecare departament?"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„Unde se suprapun interesele noastre?"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„Ce compromis realist putem accepta împreună?"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„Cine comunică ce și când?"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client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feedback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performance conversations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negotiation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cross-functional alignment.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link communication to business outcomes: clarity saves time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trust reduces turnover.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donor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volunteer coordination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partner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beneficiary-sensitive messaging.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align communication with mission and values; avoid donor-centric language that dehumanises beneficiaries.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cold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Empathetic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soft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Courageous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aggressive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philosophical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Human-first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relationship-second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task-third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Purpose is 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Target audience is specific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Learning outcomes are measurable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Activities are practical and role-relevant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Assessment is achievable and meaningful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Sector adaptations are documented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Ethical and privacy guardrails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Resources are listed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Tone aligns with AnimaMinds messaging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Boundary with Calm sub Presiune is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Emotional safety protocol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Scope statement (not therapy/counselling/mediation)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CPD annex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Review findings addressed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Demonstrated experience in training adults in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leadership or team development.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Strong facilitation skills for sensitive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emotionally loaded topics.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Ability to maintain boundaries and keep conversations within the program scope.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Familiarity with feedback models and psychological safety concepts.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Emotional maturity and capacity to hold space for discomfort without rescuing or advising.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Background in education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healthcare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administration or business.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Experience delivering both online and in-person experiential learning.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Completion of the AnimaMinds Conversații care Contează facilitator induction.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Confidence questionnaire (5 items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Likert 1–5)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Self-assessment of current feedback and difficult-conversation habits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observation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feedback scripts and role-plays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Repeat confidence questionnaire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script submission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Reflection brief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Satisfaction survey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Short online survey: conversations initiated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relationships improved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challenges encountered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Optional submission of a second feedback script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Benefits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23042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Pregătește și livrează feedback care produce schimbare.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Ascultă activ în conversații emoționale sau cu miză ridicată.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Exprimă dezacord sau vești dificile fără să atace persoana.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Aliniază echipa în jurul unei decizii prin dialog, nu monolog.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Construiește siguranță psihologică și încredere pas cu pas.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Menține claritatea și respectul sub presiune.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(1/6)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**Explain** the difference between feedback, evaluation and appreciation.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**Prepare** a feedback conversation using a structured framework.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**Listen actively** in conversations where emotions or stakes are high.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**Express** disagreement or bad news without attacking the person.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**Align** a team around a decision using questions, not monologues.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(2/6)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**Identify** concrete repair steps for a working relationship after a difficult conversation, and describe them in a written plan.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**Apply** a checklist for psychologically safe communication.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8. **Create** a personal communication action plan for the next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9. Trei conversații pe care vreau să le abordez diferit: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10. Prima conversație pe care o voi pregăti: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(3/6)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11. Mesajul meu cheie (în maximum 2 propoziții):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12. Ce voi face ca să creez siguranță psihologică: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13. Ce voi evita (vechi obicei):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14. Primul pas concret: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15. Pause the activity calmly.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(4/6)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16. Acknowledge the emotion without pressuring the person to continue: *„Văd că acest subiect atinge ceva personal. Nu trebuie să continuăm în rol."*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17. Offer options: observe, take a short break, or speak privately with the facilitator.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18. Do not offer counselling, diagnosis or advice beyond the scope of communication skills.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19. If needed, refer the participant to appropriate support (HR, EAP, therapist, manager).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20. Return the group to the activity or move to a less intense exercise.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(5/6)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21. Thank them for trusting the group.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22. State clearly: *„Acest program nu oferă terapie sau consiliere. Vă recomand să discutați cu un specialist."*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23. Offer a private follow-up conversation to identify appropriate referral.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24. Document the referral offer and any action taken.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25. **Content review cycle:** Program content is reviewed every 6 months or after any significant research update on psychological safety or feedback models.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(6/6)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26. **Facilitator debrief:** After each delivery, facilitators complete a 15-minute debrief form noting what worked, what did not and any emotional intensity.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27. **Participant feedback analysis:** Feedback scores and comments are reviewed after every 3 deliveries to identify trends.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28. **Update log:** All changes to the PMD are logged with date, reason and approver.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29. **Sector validation:** Sector-specific examples are reviewed by at least one practitioner every 12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30. **Safety audit:** Once per year, scenarios and role-play boundaries are reviewed to ensure they do not trigger unresolved trauma or require therapeutic intervention.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Delivery formats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Online Live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La sediul instituției / organizației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Experience Edition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4A5C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715A"/>
                </a:solidFill>
              </a:rPr>
              <a:t>For custom offers: contact@animaminds.ro | www.animaminds.ro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2026-07-12T18:40:13Z</dcterms:created>
  <dcterms:modified xsi:type="dcterms:W3CDTF">2026-07-12T18:40:13Z</dcterms:modified>
</cp:coreProperties>
</file>