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D4A5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AnimaMinds | NICULAE ALINA-IONELA PFA | CPD Approved Provider — The CPD Group #790577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0715A"/>
                </a:solidFill>
              </a:rPr>
              <a:t>AnimaMinds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2D4A5C"/>
                </a:solidFill>
              </a:rPr>
              <a:t>Busola Deciziilor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A0715A"/>
                </a:solidFill>
              </a:rPr>
              <a:t>Claritate și direcție atunci când lucrurile par neclare.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Summary: 1 zi (6–8h) sau 2 zile Experience Edition | Learning Hours: 3 | CPD Hours: 3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Promisiunea programului / Programme Promise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Claritate și direcție atunci când lucrurile par neclare.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Who is this for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5212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Profesori cu roluri de coordonare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Antreprenori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Echipe din companii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Directori de școală sau departament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Coordinatori de proiect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Funcționari publici cu responsabilități de decizie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din ONG-uri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Tineri la început de carieră care vor claritate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Persoane care caută terapie sau consiliere de carieră individuală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Organizații care așteaptă un plan strategic gata făcut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Tehnicieni sau specialiști care caută doar instrumente software de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Lideri care vor să impună decizii fără implicarea echipei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**Leadership teams:** 1-day on-site with team-level strategic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**Managers:** 2 × 3h online with real-case practice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**Schools / NGOs:** 1-day on-site or Experience Edition for vision and priority setting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**Public administration:** 1-day on-site for project or programme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Problemă vs. decizie vs. direcție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Costul amânării și costul deciziei greșite (10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Când claritatea înseamnă „nu știm încă" (15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Matricea Eisenhower (urgent/important)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Matricea impact/efort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Lista MUST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aplicarea pe lista personală sau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Procesul decizional în 6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Decizii individuale vs. decizii de echipă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Criterii decizionale: cost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risc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valoare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aliniere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timp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decizie reală cu cadru ales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Modelul de schimbare simplificat: starea prezentă → starea dorită → gap →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Surse comune de rezistență: pierdere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frică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oboseală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lipsă de încredere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implici oamenii fără să cedezi calitatea deciziei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**Change Mapping exercise (40 min):** Participants use the Change Map template to map a real or realistic change situation. Deliverable: completed Change Map with current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desired state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gap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first 3 steps and top 2 resistance points.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Cum să spui „încotro ne îndreptăm" într-un mod care aliniază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Mesajul de direcție: de unde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încotro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 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se schimbă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ce rămâne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Exercițiu: 3-minute direction pitch using the Direction Pitch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Translatarea deciziei în acțiuni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Identificarea priorităților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responsabililor și primilor pași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Resurse de continuare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Clarity Challenge uses private chat or shared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Priority Sort uses digital whiteboard or polling.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Lab uses breakout rooms.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uses shared digital whiteboard.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uses 2-minute video submissions or live delivery in breakouts.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Add an evening reflection on personal leadership narrative.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Use outdoor or walking exercises for perspective-taking.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Include longer team alignment sessions.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Observation of framework application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direction pitches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**Practical deliverable:** One completed Stakeholder Map + Change Map + Direction Pitch + 30-day action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**Reflection brief:** 150–250 words on the most important clarity gained and how it will change the participant's next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100% of participants submit Stakeholder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and action plan.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90% of participants report increased clarity on at least one priority.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80% of participants identify at least 2 concrete actions they will take within 30 days.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guide with timings and talking points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Slide deck (customisable)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 card set (Eisenhower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impact/effort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MUST/SHOULD/COULD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6-step decision process)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Sector-specific scenario library (basic + advanced scenarios)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Stakeholder Map template (see 10.4)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template (see 10.5)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template (see 10.6)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Resistance Response Library (see 10.7)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Tools Quick Reference Card (see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Assessment rubric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Pre- and post-program survey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Troubleshooting guide (see section 10.1)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Follow-up email sequence (see section 10.2)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Workbook (PDF)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Framework cheat sheet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Change Map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Direction Pitch template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30-day action plan template (see section 10.8)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Next-Day Clarity Sprint one-pager (see section 10.3)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Projector or large screen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Whiteboard or flipchart (physical or digital)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Access to digital whiteboard for online formats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Backup plan: printed templates if technology fails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„Nu avem timp pentru încă un proiect."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„Părinții nu vor înțelege."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„Schimbarea asta pune pacientul în pericol."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„Colegii mei nu vor colabora."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„Procedurile nu ne permit."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„Cetățenii se vor plânge."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„Nu avem buget."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„Echipa este deja saturată de schimbări."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„Acest grant ne-ar schimba misiunea."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**Resistance:** "Voluntarii nu vor fi de acord."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named the real problem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decision or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identified at least 2 realistic options.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listed the key criteria and stakeholders.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considered the risks of not deciding.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decided who needs to be involved and how.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a clear message for those affected.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 ] I have defined the first 1–3 actions.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using AI or digital tools effectively → PMD_001.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better dialogue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feedback or listening → PMD_002.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handling pressure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conflict or emotional escalation → PMD_003.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If the main need is deciding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prioritising or leading change → PMD_004.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curriculum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parent engagement strategies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direction under inspection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educational leaders often balance statutory requirements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student needs and staff wellbeing.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patient flow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service changes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priorities under pressure.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clinical decisions remain with qualified professionals; this program supports operational and service-level decisions.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programme prioritisation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policy implementation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cross-department alignment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service redesign.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**Compliance note:** decisions must be transparent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evidence-based and aligned with institutional mandates.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product/service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market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organisational change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team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link clarity to business outcomes: faster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better resource allocation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reduced drift.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**Focus:** programme priorities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funding strategy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partnership decisions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mission alignment.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**Note:** decisions must protect mission integrity and stakeholder trust.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rigid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Strategic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abstract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Practical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theoretical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Inclusive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consensus-obsessed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Forward-looking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blame-focused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Purpose is clear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Target audience is specific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Learning outcomes are measurable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Activities are practical and role-relevant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Assessment is achievable and meaningful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Sector adaptations are documented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Ethical and safety guardrails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Resources are listed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Tone aligns with AnimaMinds messaging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Boundaries with PMD_001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PMD_002 and PMD_003 are explicit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Change Mapping exercise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Decision tools templates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Resistance Response Library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CPD annex included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[x] Review findings addressed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Demonstrated experience in training adults in leadership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management or organisational development.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Ability to guide groups through ambiguity without imposing answers.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Familiarity with prioritisation and decision-making frameworks.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Capacity to keep the program focused on leadership tools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not therapy or consulting.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Background in education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healthcare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public administration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business or NGOs.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Experience delivering both online and in-person experiential learning.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Completion of the AnimaMinds Busola Deciziilor facilitator induction.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Clarity questionnaire (5 items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Likert 1–5)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Self-assessment of current decision-making habits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Facilitator observation checklist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Peer feedback on direction pitches and decision frameworks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Module-end quick checks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Repeat clarity questionnaire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Stakeholder Map + Change Map + Direction Pitch + action plan submission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Reflection brief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Satisfaction survey (5 items)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Short online survey: decisions made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priorities clarified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actions taken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Optional second reflection brief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Benefits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268833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Găsește claritate în situații de incertitudine și schimbare.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Folosește cel puțin 3 cadre de prioritizare și luare a deciziilor.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Distinge între problemă, decizie și direcție.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Identifică stakeholderii și criteriile pentru decizii importante.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Analizează schimbarea folosind un model recunoscut.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Comunică direcția clar către echipă sau grup.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Construiește un plan de acțiune de 30 de zile.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(1/8)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1. **Explain** the difference between a problem, a decision and a direction.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2. **Apply** at least 3 prioritisation or decision-making frameworks to a real situation.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3. **Identify** the key stakeholders and criteria for a significant decision.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4. **Analyse** a change situation using a recognised change model.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5. **Map** common sources of resistance to change and choose appropriate responses.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(2/8)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6. **Communicate** direction clearly to a team or group.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7. **Create** a 30-day action plan with priorities, owners and first steps.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8. **Evaluate** when to decide quickly, when to involve others and when to delay.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9. **Name it (2 min):** Write the decision, direction or priority you need to clarify.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10. **Map stakeholders (3 min):** Who is affected? Who has influence? Who can help?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(3/8)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11. **Choose a tool (2 min):** Which framework fits best?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12. **Generate 2–3 options (3 min):** Realistic alternatives.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13. **Pick criteria (2 min):** What matters most? (cost, time, risk, alignment, impact)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14. **Decide and draft the message (3 min):** What will you say and to whom?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15. ___________________________      | 1. ___________________________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(4/8)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16. ___________________________      | 2.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17. ___________________________      | 3.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18. ___________________________      | 1.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19. ___________________________      | 2.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20. DE UNDE VENIM: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(5/8)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21. ÎNCOTRO NE ÎNDREPTĂM: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22. DE CE: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23. CE SE SCHIMBĂ: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24. CE RĂMÂNE LA FEL: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25. PRIMII PAȘI: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(6/8)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26. CE AM NEVOIE DE LA VOI: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27. Decizia sau direcția pe care o clarific: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28. Cadrul pe care îl folosesc: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29. Criteriile mele cheie: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30. Stakeholderii care trebuie informați sau implicați: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(7/8)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31. Cele 3 acțiuni prioritare în următoarele 30 de zile: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32. Primul pas (cine, ce, când):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33. **Content review cycle:** Program content is reviewed every 6 months or after significant updates in leadership or change-management research.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34. **Facilitator debrief:** After each delivery, facilitators complete a 15-minute debrief form noting what worked, what did not and any team dynamics.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35. **Participant feedback analysis:** Feedback scores and comments are reviewed after every 3 deliveries.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What you will learn (8/8)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36. **Update log:** All changes to the PMD are logged with date, reason and approver.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37. **Sector validation:** Sector-specific scenarios are reviewed by at least one practitioner every 12 months.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38. **Safety audit:** Once per year, scenarios are reviewed to ensure they do not require therapy, consulting or organisational diagnosis.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8229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4A5C"/>
                </a:solidFill>
              </a:rPr>
              <a:t>Delivery formats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Online Live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La sediul instituției / organizației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</a:rPr>
              <a:t>• Experience Edition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2D4A5C"/>
                </a:solidFill>
              </a:rPr>
              <a:t>Thank you!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0715A"/>
                </a:solidFill>
              </a:rPr>
              <a:t>For custom offers: contact@animaminds.ro | www.animaminds.ro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2026-07-12T18:40:18Z</dcterms:created>
  <dcterms:modified xsi:type="dcterms:W3CDTF">2026-07-12T18:40:18Z</dcterms:modified>
</cp:coreProperties>
</file>