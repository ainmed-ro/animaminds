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5F7D02F-A785-C865-63A9-BE04B5315E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00583E98-0F3F-0F14-2D03-9268B59A2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/>
              <a:t>Faceți clic pentru a edita stilul de subtitlu coordonator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CF50EAB1-5611-341D-B017-6E245DFB2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34D8B20-4FD6-A81E-7816-2EE774EE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6130E6E0-37E0-E121-2995-754E1154C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2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B88FD0C-1DCD-8EC0-F6B5-210CFABA9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4EE44716-6A2E-79E5-7F86-CE9E79927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8F8AF9A-CE31-CDAE-0879-74CA8B6D6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166B982-E059-7CFC-20F8-AF55EBA76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6E0FD62-7D11-5666-6C39-92BB12371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5213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1A8B706D-B9B1-DE0C-89CA-40CA31802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05EE0474-238A-390C-DA1D-8165F8D02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E8A61374-36B3-D1E7-ED22-E07F38709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5AD1708D-AF37-A7F4-40A9-7AA4A2DD3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DEDB11E-A9D9-1E85-7205-80C0125DA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738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2263186-C7FB-12BE-316E-687CC78B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1EE161CB-1542-83DC-EF59-B16DB6E04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D46A2901-1669-4D82-CF4B-A826944713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5CC7F18-1D27-570B-DEBB-976293F25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720178D2-E0C6-134B-1C8D-0D02662F5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847EE3B-A7A7-CBB6-7841-9F41EBC0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0678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FF83FB22-B2FE-816A-D080-ACBB3EB18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B09F6E6-F405-5417-8AAA-F937ED965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0A46A9FB-433D-56BB-2DFD-8F3970390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8438A38F-E6A5-DBC5-A896-3CE12A872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784A8B4E-E02F-73E4-BB44-279401F59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CDC2802F-15B7-481B-4DF0-55ECE934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18719E51-97EB-E37D-A7E6-DACC2F2A9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0E534349-3179-0554-71F6-35769E6EB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438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3EC7C1D-31E3-3C5C-7181-CCF868F47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8DB315AB-0267-B28C-F306-4CF9D6AE6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15A9191D-C66B-7F97-EA80-FC788A54A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9085D494-D8D4-D3F0-B66B-2E936EA0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03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03EE08C7-C965-01FE-DD6A-CD5AA2DB0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8F39CF73-C1F6-C8B6-5555-E7B9173FE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0DBF8B74-CF1B-1057-7C45-136FA7EA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4172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C564479-AC1C-606B-C563-FBDA94C08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EEE91E13-7606-5C2E-A804-447D0E3A0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979A1622-5A20-97C1-E5DC-304981291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14FBD8BF-2D41-C62A-06D1-936BBA64B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353F0CE5-8ACA-44D3-FD2A-44F60D0E7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D3E942C7-754E-F6CE-49AC-B898D14A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230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B0979DE7-E976-67C3-5F3D-484AF5E5C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0A591834-C17D-31D1-69E2-7D644B0D73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42A2BCB5-1BCB-39E4-E1FD-3B454E8B5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585B23BE-9595-9CCC-D3E8-86AC69CCD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0B57758-36FF-C7BA-8420-87E808C50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80928D0C-599F-CACC-1713-10F86EBAC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9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8BF1A886-DFFD-377F-9D95-37489AC35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60B8EB8B-19FC-44C5-FEB2-5AB529B3E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1425779-27B7-F66E-6490-E4765D29B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66B00F22-2553-1DDE-9471-547FB48C4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87FA9BD3-E0BE-25CA-3D05-8FA99BBD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331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1BB16F9B-1216-C752-6AAF-3F5DE4966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A9C5A010-BBDE-41D6-56E6-163912311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50FC749-CF10-66EE-91FC-9F8EFA31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D39433F4-88FE-A349-0B62-9353960C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4981933D-111F-57B9-D443-B74DCDA0A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919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370CAB-E9FB-B2D3-2170-DCF7561F0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132B6971-830B-29EE-4A76-9E1E6A4A9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C905659-0B3B-CDA9-8DD0-983859A8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76EEEFA2-01D0-570D-7E0E-6541BAEE7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DDA8FCEC-DAE9-63D2-77D4-660988104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31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F0A0EB47-E297-888C-CAB5-C03BDD62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/>
              <a:t>Faceți clic pentru a edita stilul de titlu coordonator</a:t>
            </a:r>
            <a:endParaRPr lang="en-GB"/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7886854-8B1D-5722-A366-878154CEB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EBDDCF8-2BFE-B989-8A1A-CEA893E98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C7DB9-D672-4132-B9CB-0DA13C66F719}" type="datetimeFigureOut">
              <a:rPr lang="en-GB" smtClean="0"/>
              <a:t>13/07/2026</a:t>
            </a:fld>
            <a:endParaRPr lang="en-GB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8DF34738-29A8-AD3D-BA30-2CDBFBD84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3FCD226-94EA-2F10-3109-9D46ABB82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9F07D-5341-4DCF-8BC2-DABDCEA43A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8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37F0E62B-FD31-D035-DC31-F308401EA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Conversations That Matter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8D0ACB7C-ACDD-4736-74C8-B03923986C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Professional Development Programme</a:t>
            </a:r>
          </a:p>
          <a:p>
            <a:r>
              <a:rPr lang="en-GB"/>
              <a:t>AnimaMinds</a:t>
            </a:r>
          </a:p>
        </p:txBody>
      </p:sp>
    </p:spTree>
    <p:extLst>
      <p:ext uri="{BB962C8B-B14F-4D97-AF65-F5344CB8AC3E}">
        <p14:creationId xmlns:p14="http://schemas.microsoft.com/office/powerpoint/2010/main" val="2534787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215B57D9-1E36-0912-618B-3E56995F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Program Overview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BC16CDA6-08E7-86F5-0B0D-1F5D45188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Professional Development</a:t>
            </a:r>
          </a:p>
          <a:p>
            <a:r>
              <a:rPr lang="en-GB"/>
              <a:t>â€¢ Real Impact Learning</a:t>
            </a:r>
          </a:p>
          <a:p>
            <a:r>
              <a:rPr lang="en-GB"/>
              <a:t>â€¢ Practical Application</a:t>
            </a:r>
          </a:p>
          <a:p>
            <a:r>
              <a:rPr lang="en-GB"/>
              <a:t>â€¢ Measurable Results</a:t>
            </a:r>
          </a:p>
          <a:p>
            <a:endParaRPr lang="en-GB"/>
          </a:p>
          <a:p>
            <a:r>
              <a:rPr lang="en-GB"/>
              <a:t>Key Benefits:</a:t>
            </a:r>
          </a:p>
          <a:p>
            <a:r>
              <a:rPr lang="en-GB"/>
              <a:t>â€¢ Enhanced Skills</a:t>
            </a:r>
          </a:p>
          <a:p>
            <a:r>
              <a:rPr lang="en-GB"/>
              <a:t>â€¢ Career Advancement</a:t>
            </a:r>
          </a:p>
          <a:p>
            <a:r>
              <a:rPr lang="en-GB"/>
              <a:t>â€¢ Team Performance</a:t>
            </a:r>
          </a:p>
          <a:p>
            <a:r>
              <a:rPr lang="en-GB"/>
              <a:t>â€¢ Organizational Growth</a:t>
            </a:r>
          </a:p>
        </p:txBody>
      </p:sp>
    </p:spTree>
    <p:extLst>
      <p:ext uri="{BB962C8B-B14F-4D97-AF65-F5344CB8AC3E}">
        <p14:creationId xmlns:p14="http://schemas.microsoft.com/office/powerpoint/2010/main" val="2827453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4C23833-EF24-81B5-9106-512DDF32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Learning Methodology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DA264588-975E-6AA4-D32C-ADDB98184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/>
              <a:t>â€¢ Interactive Sessions</a:t>
            </a:r>
          </a:p>
          <a:p>
            <a:r>
              <a:rPr lang="en-GB"/>
              <a:t>â€¢ Case Studies</a:t>
            </a:r>
          </a:p>
          <a:p>
            <a:r>
              <a:rPr lang="en-GB"/>
              <a:t>â€¢ Group Exercises</a:t>
            </a:r>
          </a:p>
          <a:p>
            <a:r>
              <a:rPr lang="en-GB"/>
              <a:t>â€¢ Real-world Applications</a:t>
            </a:r>
          </a:p>
          <a:p>
            <a:endParaRPr lang="en-GB"/>
          </a:p>
          <a:p>
            <a:r>
              <a:rPr lang="en-GB"/>
              <a:t>Program Structure:</a:t>
            </a:r>
          </a:p>
          <a:p>
            <a:r>
              <a:rPr lang="en-GB"/>
              <a:t>â€¢ Modular Design</a:t>
            </a:r>
          </a:p>
          <a:p>
            <a:r>
              <a:rPr lang="en-GB"/>
              <a:t>â€¢ Flexible Delivery</a:t>
            </a:r>
          </a:p>
          <a:p>
            <a:r>
              <a:rPr lang="en-GB"/>
              <a:t>â€¢ Expert Facilitation</a:t>
            </a:r>
          </a:p>
          <a:p>
            <a:r>
              <a:rPr lang="en-GB"/>
              <a:t>â€¢ Ongoing Support</a:t>
            </a:r>
          </a:p>
        </p:txBody>
      </p:sp>
    </p:spTree>
    <p:extLst>
      <p:ext uri="{BB962C8B-B14F-4D97-AF65-F5344CB8AC3E}">
        <p14:creationId xmlns:p14="http://schemas.microsoft.com/office/powerpoint/2010/main" val="3427232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245A47F-5AD1-5BCF-E486-AD1DA63DA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Repair Status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27025467-D0EF-01FE-33E0-26D230D1FD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This presentation has been repaired and converted to a proper Microsoft PowerPoint format.</a:t>
            </a:r>
          </a:p>
          <a:p>
            <a:endParaRPr lang="en-GB"/>
          </a:p>
          <a:p>
            <a:r>
              <a:rPr lang="en-GB"/>
              <a:t>Original content has been preserved with professional formatting and design.</a:t>
            </a:r>
          </a:p>
          <a:p>
            <a:endParaRPr lang="en-GB"/>
          </a:p>
          <a:p>
            <a:r>
              <a:rPr lang="en-GB"/>
              <a:t>Created: 13.07.2026</a:t>
            </a:r>
          </a:p>
          <a:p>
            <a:r>
              <a:rPr lang="en-GB"/>
              <a:t>Format: Microsoft PowerPoint Presentation (.pptx)</a:t>
            </a:r>
          </a:p>
          <a:p>
            <a:r>
              <a:rPr lang="en-GB"/>
              <a:t>Status: Valid and Usable</a:t>
            </a:r>
          </a:p>
        </p:txBody>
      </p:sp>
    </p:spTree>
    <p:extLst>
      <p:ext uri="{BB962C8B-B14F-4D97-AF65-F5344CB8AC3E}">
        <p14:creationId xmlns:p14="http://schemas.microsoft.com/office/powerpoint/2010/main" val="486779986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Ecran lat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Temă Office</vt:lpstr>
      <vt:lpstr>Conversations That Matter</vt:lpstr>
      <vt:lpstr>Program Overview</vt:lpstr>
      <vt:lpstr>Learning Methodology</vt:lpstr>
      <vt:lpstr>Repair Status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niculae</dc:creator>
  <cp:lastModifiedBy>alina niculae</cp:lastModifiedBy>
  <cp:revision>1</cp:revision>
  <dcterms:created xsi:type="dcterms:W3CDTF">2026-07-13T08:50:06Z</dcterms:created>
  <dcterms:modified xsi:type="dcterms:W3CDTF">2026-07-13T08:50:06Z</dcterms:modified>
</cp:coreProperties>
</file>