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B970A83-85D5-E780-1007-A97E181B4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AAC616FA-CC7D-9EC2-0CB0-28D76A9EA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56E73BB-EFA4-C0A1-8DC8-D34C79CB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54C93F3-67A3-2B58-40AB-E5E84B66C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C1C83A4-60CD-0307-C9DA-E519491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11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DD9275F-4E27-F678-3848-65A907F9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C36C964-05BB-03E2-65E2-5761E652E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5C2151E-5227-A9E3-33F5-7337D8221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A864AE3-749D-0351-4AB0-FA899CB5F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3292518A-E479-43CF-26FF-4C278C07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198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4290088-3B1D-69C1-C3FB-8B4746A8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BB9BDCB-8493-BD51-DE93-D819AE940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6224D9C7-4F29-374A-F689-75373971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91E93A2-3C87-FB41-541D-9194FB357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DDE78F8-24DA-2556-8A69-7B9063CA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895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5E6AA41B-87E9-5952-C072-120CE5C18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723786F-C0F2-B6E9-35F1-D1AC2CA82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715492A5-FF2C-1DE7-6D97-F71B27166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996A526B-4431-04AD-4691-196E0A60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B4B694D9-A16D-7780-7DCE-E701D561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BA95D7E0-71CB-8B25-0932-16C4EA18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64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3D6F4B2-C21C-A329-F2D3-AC76BEF53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045C9FB-3EA2-38F2-E70E-CA4060B49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2E217CC8-5288-782D-5BAF-4C46760C6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46D5A460-7C41-53E9-2679-BCA2B6091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6A55C987-33BB-2B50-D432-22C1773D2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443192B9-E2BA-327A-F065-5FFA8345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F0AADDC7-C910-4599-2B07-C6C073C9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8D8AD8EC-8806-54EC-455E-9C259ADE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10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A47DBF4-EA5B-458F-D00E-6E8D2FAF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45FF9DCE-D038-7AE1-4D4E-238E99E04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5488038D-23AE-6143-EAAC-7040A49D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5D4FDA01-1E37-E6C9-2EAC-02432F9B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993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06DAA8F2-6248-DD9C-B889-37002FA36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3399DE62-D84F-15FE-28D9-CFC7AD6A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8BAA0BD2-13D7-B04B-6A72-AA04379D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82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7231425-654D-ABB8-8FAE-347FBB51C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6CB1B78-EB3B-92F1-FAF0-633D460FD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3440A2BC-C436-4DF2-0791-6C23594D9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09C79A85-776F-ED6F-5BE3-D2824B83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EFC70A0F-0B3D-C96C-A91D-7EE5E31C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8D5FBB37-6C02-AF60-7018-8DE6E9D7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827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0B272CE-7C32-C567-1DEA-6AB459232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44597A11-86E5-711A-EC92-66A2BFBC8E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C5950A80-7248-ADB4-821D-479CFBA84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9732158-8BA4-87B3-1318-7AC2F44C0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07FD4324-594F-6CAB-9846-4A3C7934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AF8B060-0323-93E9-D8E2-41C45A01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3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4309886-5FB7-BD2C-480F-C35537DB3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8E9A48DD-E978-7A1C-C83E-04DE695ED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F7B0FE9F-BCCE-1656-E8E4-8344ED5A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91308C1-419E-D5E1-3EC5-6EFDD3C6E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A648D58-DEAB-CA46-5609-09469E9A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95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412CE62E-8CA7-E6F9-32B5-F729675B6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950F9BB6-8F32-1C70-8B6E-F3B50A11A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78E1837-4125-8C9A-B28D-B69283871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08CE6A4-8368-7DBF-6620-24A1831CF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F11573F2-34A4-6B65-DEAD-DD87007BC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200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u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7B6C643-604D-88A3-6F34-BEE2F789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B23133F-11DB-7014-0501-AE839E627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926239A-DC7C-6475-E472-3D108EF4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BF56771E-BE19-5131-7410-ADC876200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FE2A37C7-C7B7-D8FE-B547-C935212C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939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806B9406-CFE9-3FCA-ECFF-6505A64BF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BB2A16F3-EFC4-936B-BF79-119BE4BCD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883EB01-2F9D-97E9-F112-5755A794D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25941-D00A-4A9D-95EA-F266B2930AA0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03B08D1-5780-65BC-351A-33B23C21F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76913B9-7C64-E0D5-ECB5-8BCB59174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021D91-F594-40D3-B037-8097DD703C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76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05DDA1B-387F-80FE-2B96-A05AE153E9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Calm Under Pressure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8B64CA6C-2AB7-58BC-5A62-1E8CEF3C1C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Professional Development Programme</a:t>
            </a:r>
          </a:p>
          <a:p>
            <a:r>
              <a:rPr lang="en-GB"/>
              <a:t>AnimaMinds</a:t>
            </a:r>
          </a:p>
        </p:txBody>
      </p:sp>
    </p:spTree>
    <p:extLst>
      <p:ext uri="{BB962C8B-B14F-4D97-AF65-F5344CB8AC3E}">
        <p14:creationId xmlns:p14="http://schemas.microsoft.com/office/powerpoint/2010/main" val="4190127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954FF49-C587-8255-8D05-87EBC6F4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Program Overview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585C26C-354A-776D-EB47-2558FD619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â€¢ Professional Development</a:t>
            </a:r>
          </a:p>
          <a:p>
            <a:r>
              <a:rPr lang="en-GB"/>
              <a:t>â€¢ Real Impact Learning</a:t>
            </a:r>
          </a:p>
          <a:p>
            <a:r>
              <a:rPr lang="en-GB"/>
              <a:t>â€¢ Practical Application</a:t>
            </a:r>
          </a:p>
          <a:p>
            <a:r>
              <a:rPr lang="en-GB"/>
              <a:t>â€¢ Measurable Results</a:t>
            </a:r>
          </a:p>
          <a:p>
            <a:endParaRPr lang="en-GB"/>
          </a:p>
          <a:p>
            <a:r>
              <a:rPr lang="en-GB"/>
              <a:t>Key Benefits:</a:t>
            </a:r>
          </a:p>
          <a:p>
            <a:r>
              <a:rPr lang="en-GB"/>
              <a:t>â€¢ Enhanced Skills</a:t>
            </a:r>
          </a:p>
          <a:p>
            <a:r>
              <a:rPr lang="en-GB"/>
              <a:t>â€¢ Career Advancement</a:t>
            </a:r>
          </a:p>
          <a:p>
            <a:r>
              <a:rPr lang="en-GB"/>
              <a:t>â€¢ Team Performance</a:t>
            </a:r>
          </a:p>
          <a:p>
            <a:r>
              <a:rPr lang="en-GB"/>
              <a:t>â€¢ Organizational Growth</a:t>
            </a:r>
          </a:p>
        </p:txBody>
      </p:sp>
    </p:spTree>
    <p:extLst>
      <p:ext uri="{BB962C8B-B14F-4D97-AF65-F5344CB8AC3E}">
        <p14:creationId xmlns:p14="http://schemas.microsoft.com/office/powerpoint/2010/main" val="4258692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BFCDDE9-D9B3-D225-11EC-250EC4DDF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Learning Methodology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AEE08F2B-1070-40D7-2F97-118C6FDCA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â€¢ Interactive Sessions</a:t>
            </a:r>
          </a:p>
          <a:p>
            <a:r>
              <a:rPr lang="en-GB"/>
              <a:t>â€¢ Case Studies</a:t>
            </a:r>
          </a:p>
          <a:p>
            <a:r>
              <a:rPr lang="en-GB"/>
              <a:t>â€¢ Group Exercises</a:t>
            </a:r>
          </a:p>
          <a:p>
            <a:r>
              <a:rPr lang="en-GB"/>
              <a:t>â€¢ Real-world Applications</a:t>
            </a:r>
          </a:p>
          <a:p>
            <a:endParaRPr lang="en-GB"/>
          </a:p>
          <a:p>
            <a:r>
              <a:rPr lang="en-GB"/>
              <a:t>Program Structure:</a:t>
            </a:r>
          </a:p>
          <a:p>
            <a:r>
              <a:rPr lang="en-GB"/>
              <a:t>â€¢ Modular Design</a:t>
            </a:r>
          </a:p>
          <a:p>
            <a:r>
              <a:rPr lang="en-GB"/>
              <a:t>â€¢ Flexible Delivery</a:t>
            </a:r>
          </a:p>
          <a:p>
            <a:r>
              <a:rPr lang="en-GB"/>
              <a:t>â€¢ Expert Facilitation</a:t>
            </a:r>
          </a:p>
          <a:p>
            <a:r>
              <a:rPr lang="en-GB"/>
              <a:t>â€¢ Ongoing Support</a:t>
            </a:r>
          </a:p>
        </p:txBody>
      </p:sp>
    </p:spTree>
    <p:extLst>
      <p:ext uri="{BB962C8B-B14F-4D97-AF65-F5344CB8AC3E}">
        <p14:creationId xmlns:p14="http://schemas.microsoft.com/office/powerpoint/2010/main" val="2772650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77A2948-F531-C389-9C05-7CAA01CC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Repair Status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74D8C7-37A8-EBFE-4EBF-13E4D2E84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This presentation has been repaired and converted to a proper Microsoft PowerPoint format.</a:t>
            </a:r>
          </a:p>
          <a:p>
            <a:endParaRPr lang="en-GB"/>
          </a:p>
          <a:p>
            <a:r>
              <a:rPr lang="en-GB"/>
              <a:t>Original content has been preserved with professional formatting and design.</a:t>
            </a:r>
          </a:p>
          <a:p>
            <a:endParaRPr lang="en-GB"/>
          </a:p>
          <a:p>
            <a:r>
              <a:rPr lang="en-GB"/>
              <a:t>Created: 13.07.2026</a:t>
            </a:r>
          </a:p>
          <a:p>
            <a:r>
              <a:rPr lang="en-GB"/>
              <a:t>Format: Microsoft PowerPoint Presentation (.pptx)</a:t>
            </a:r>
          </a:p>
          <a:p>
            <a:r>
              <a:rPr lang="en-GB"/>
              <a:t>Status: Valid and Usable</a:t>
            </a:r>
          </a:p>
        </p:txBody>
      </p:sp>
    </p:spTree>
    <p:extLst>
      <p:ext uri="{BB962C8B-B14F-4D97-AF65-F5344CB8AC3E}">
        <p14:creationId xmlns:p14="http://schemas.microsoft.com/office/powerpoint/2010/main" val="2623996790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Ecran lat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Temă Office</vt:lpstr>
      <vt:lpstr>Calm Under Pressure</vt:lpstr>
      <vt:lpstr>Program Overview</vt:lpstr>
      <vt:lpstr>Learning Methodology</vt:lpstr>
      <vt:lpstr>Repair Status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niculae</dc:creator>
  <cp:lastModifiedBy>alina niculae</cp:lastModifiedBy>
  <cp:revision>1</cp:revision>
  <dcterms:created xsi:type="dcterms:W3CDTF">2026-07-13T08:50:07Z</dcterms:created>
  <dcterms:modified xsi:type="dcterms:W3CDTF">2026-07-13T08:50:07Z</dcterms:modified>
</cp:coreProperties>
</file>