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5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D6AD803-508C-363F-D509-0BA8B4B19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E4847D75-2221-122D-580C-001D312733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0E33C909-1497-9782-A1EB-D3ECD0A81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0C99-B9D2-43C4-9DFB-3F22F850FA6C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BF717D7-BE6C-086B-7FE0-30227D30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93800A4-4C93-2477-BCF8-4B9EE6BF5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0CFA-61D1-41DA-BE3E-417439328B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312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27C5D62-1BCD-1D80-5B50-514CA4124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6827AFB-EE41-6C59-727D-22227C4AB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1B084FA2-F78A-61AE-8352-450DC946B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0C99-B9D2-43C4-9DFB-3F22F850FA6C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29CDF062-3C2C-236C-C924-5CEDEADA4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713C2360-3472-4FAB-BAE5-F76554DE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0CFA-61D1-41DA-BE3E-417439328B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991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F5A1FD-0699-A1A6-09BA-255A7B81C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1A2C9C8-2691-1E84-B940-5C465A14A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BEB15E6-FD01-D492-DB2A-E196E44F5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0C99-B9D2-43C4-9DFB-3F22F850FA6C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98603B9-1673-2124-D6D9-64111417B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CBAAC995-68D7-A1A7-24AA-84689AC35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0CFA-61D1-41DA-BE3E-417439328B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204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EBC492E-1797-096B-1B96-6E6D57789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42FF12A-D9B0-1A74-6C0C-4FC1BAD308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8B04F897-2559-64CF-CA92-B1540C0D2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36DB4A98-0B91-40BC-6A4C-E1BBF83DC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0C99-B9D2-43C4-9DFB-3F22F850FA6C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ED8F3DFE-FE63-9D23-1250-E83D693C8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691FED32-6B46-68A5-10A4-98052D975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0CFA-61D1-41DA-BE3E-417439328B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6539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ECC751F-ADF1-3C96-1ED5-AB010990A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F619C02-1AE2-5C5A-A24D-FDF1830A9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1F0B5901-7CF2-18D8-E4FA-648E9BC7F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9EAB9D90-9CA4-E722-45C8-7E46D8F8E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2878C485-7E35-0140-499B-74B78F69AC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4DBDCBA3-DEF9-3136-6199-F83F92E8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0C99-B9D2-43C4-9DFB-3F22F850FA6C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19092163-6442-244F-A60F-C0E7D144A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7F0D2503-0CE0-2900-5F01-1ED926DBB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0CFA-61D1-41DA-BE3E-417439328B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553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2B59A90-DF9C-8144-ACF3-D4BEE60F3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0A6EAF51-7913-2391-222D-FDF0028DE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0C99-B9D2-43C4-9DFB-3F22F850FA6C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0F87C34B-AA40-8BB8-12C2-513AF97E3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27E197CD-0BD0-17D1-EB1E-34D5363C5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0CFA-61D1-41DA-BE3E-417439328B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2859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D75573E6-81CD-32AD-FE59-BE5BEB0F4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0C99-B9D2-43C4-9DFB-3F22F850FA6C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2C8D2F56-2623-5DBC-2AB6-6254D96B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FDF661BA-6503-2531-A16D-B279070FF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0CFA-61D1-41DA-BE3E-417439328B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291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9098847-C306-CF23-A100-9132D441D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C5326FD-E601-DB37-1B2E-B003F172D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42FDD19F-F955-C967-E0FD-38CFD941F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E2CCA1E4-33B8-D0FC-9A7C-2F766BB19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0C99-B9D2-43C4-9DFB-3F22F850FA6C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1C0D430F-C92A-BD78-C907-1C29BF6BE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919BAB1-11F1-873F-9ECA-2BA8645B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0CFA-61D1-41DA-BE3E-417439328B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992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E1EBF01-B946-8707-804D-1B176878F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EF9D39C1-25F4-43B4-B7EF-8244C22A91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E51A38F8-71F2-DAF3-5C29-911907138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13EE746F-A4FE-5D50-8ECA-8E3AA4BE3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0C99-B9D2-43C4-9DFB-3F22F850FA6C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0FFA61D8-2916-ABA6-76B8-0CA5AC037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1D6B6E12-78D4-1E92-E655-BD9431EB0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0CFA-61D1-41DA-BE3E-417439328B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0506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13DDD92-841D-4184-4AAC-F297241FE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62DECB32-5D54-8029-3FF5-979468B585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EBF3FBD-AB9F-67BF-E07F-2324ED44E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0C99-B9D2-43C4-9DFB-3F22F850FA6C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A2030FDE-9E4E-30BE-E9BF-6F2F2D316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0354B17D-175B-A44E-C0D8-25EB8CC3E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0CFA-61D1-41DA-BE3E-417439328B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605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76895A4-BFFB-9A76-AED2-4697A88241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A2CD2F3-C506-AC54-045A-C5A604143B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56848B00-FB77-4D81-610C-B7BC2AF72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0C99-B9D2-43C4-9DFB-3F22F850FA6C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B45EF650-A405-6630-0D25-5735855E1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B4EE915A-A97E-D0A6-BF88-B73347F5B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0CFA-61D1-41DA-BE3E-417439328B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283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u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9785718-A8B4-2688-B4DA-B8A968CC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93678B1E-9345-FB94-24B7-275523FB1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FB25AF76-1B69-0035-DAD1-B77AFB258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0C99-B9D2-43C4-9DFB-3F22F850FA6C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3C0B6540-CE68-1B46-DC6D-D55C708CC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45BFAF32-ED1A-2531-D541-2915E4617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0CFA-61D1-41DA-BE3E-417439328B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264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5BF929AE-FEA1-9CA2-ACC5-D59DA52A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22783F0-8158-7EB9-2DE8-1A269C05C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1B5C25-7BB0-EA1E-638C-CD82E6A120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FA0C99-B9D2-43C4-9DFB-3F22F850FA6C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8F8065AB-C3C0-AD43-9F89-A0181B2A7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C1E7392E-253D-7183-7645-407E11F9C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E50CFA-61D1-41DA-BE3E-417439328B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3058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DF0DDC1-E9CD-CE18-F8AC-B9D2C1E604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AI Without Chaos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9795660B-A1B3-B7F9-F0E0-BC479946C8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Professional Development Programme</a:t>
            </a:r>
          </a:p>
          <a:p>
            <a:r>
              <a:rPr lang="en-GB"/>
              <a:t>AnimaMinds</a:t>
            </a:r>
          </a:p>
        </p:txBody>
      </p:sp>
    </p:spTree>
    <p:extLst>
      <p:ext uri="{BB962C8B-B14F-4D97-AF65-F5344CB8AC3E}">
        <p14:creationId xmlns:p14="http://schemas.microsoft.com/office/powerpoint/2010/main" val="3434103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4DCE721-0137-B58C-81FE-17D1EE497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Program Overview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7F5483-37D8-C7DF-3345-E8BC2EEBF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/>
              <a:t>â€¢ Professional Development</a:t>
            </a:r>
          </a:p>
          <a:p>
            <a:r>
              <a:rPr lang="en-GB"/>
              <a:t>â€¢ Real Impact Learning</a:t>
            </a:r>
          </a:p>
          <a:p>
            <a:r>
              <a:rPr lang="en-GB"/>
              <a:t>â€¢ Practical Application</a:t>
            </a:r>
          </a:p>
          <a:p>
            <a:r>
              <a:rPr lang="en-GB"/>
              <a:t>â€¢ Measurable Results</a:t>
            </a:r>
          </a:p>
          <a:p>
            <a:endParaRPr lang="en-GB"/>
          </a:p>
          <a:p>
            <a:r>
              <a:rPr lang="en-GB"/>
              <a:t>Key Benefits:</a:t>
            </a:r>
          </a:p>
          <a:p>
            <a:r>
              <a:rPr lang="en-GB"/>
              <a:t>â€¢ Enhanced Skills</a:t>
            </a:r>
          </a:p>
          <a:p>
            <a:r>
              <a:rPr lang="en-GB"/>
              <a:t>â€¢ Career Advancement</a:t>
            </a:r>
          </a:p>
          <a:p>
            <a:r>
              <a:rPr lang="en-GB"/>
              <a:t>â€¢ Team Performance</a:t>
            </a:r>
          </a:p>
          <a:p>
            <a:r>
              <a:rPr lang="en-GB"/>
              <a:t>â€¢ Organizational Growth</a:t>
            </a:r>
          </a:p>
        </p:txBody>
      </p:sp>
    </p:spTree>
    <p:extLst>
      <p:ext uri="{BB962C8B-B14F-4D97-AF65-F5344CB8AC3E}">
        <p14:creationId xmlns:p14="http://schemas.microsoft.com/office/powerpoint/2010/main" val="351898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0B0FB97-CC16-97FC-5D9C-4A88C4CBD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Learning Methodology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10158FEC-A0CC-01E8-840C-9BBD1A363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/>
              <a:t>â€¢ Interactive Sessions</a:t>
            </a:r>
          </a:p>
          <a:p>
            <a:r>
              <a:rPr lang="en-GB"/>
              <a:t>â€¢ Case Studies</a:t>
            </a:r>
          </a:p>
          <a:p>
            <a:r>
              <a:rPr lang="en-GB"/>
              <a:t>â€¢ Group Exercises</a:t>
            </a:r>
          </a:p>
          <a:p>
            <a:r>
              <a:rPr lang="en-GB"/>
              <a:t>â€¢ Real-world Applications</a:t>
            </a:r>
          </a:p>
          <a:p>
            <a:endParaRPr lang="en-GB"/>
          </a:p>
          <a:p>
            <a:r>
              <a:rPr lang="en-GB"/>
              <a:t>Program Structure:</a:t>
            </a:r>
          </a:p>
          <a:p>
            <a:r>
              <a:rPr lang="en-GB"/>
              <a:t>â€¢ Modular Design</a:t>
            </a:r>
          </a:p>
          <a:p>
            <a:r>
              <a:rPr lang="en-GB"/>
              <a:t>â€¢ Flexible Delivery</a:t>
            </a:r>
          </a:p>
          <a:p>
            <a:r>
              <a:rPr lang="en-GB"/>
              <a:t>â€¢ Expert Facilitation</a:t>
            </a:r>
          </a:p>
          <a:p>
            <a:r>
              <a:rPr lang="en-GB"/>
              <a:t>â€¢ Ongoing Support</a:t>
            </a:r>
          </a:p>
        </p:txBody>
      </p:sp>
    </p:spTree>
    <p:extLst>
      <p:ext uri="{BB962C8B-B14F-4D97-AF65-F5344CB8AC3E}">
        <p14:creationId xmlns:p14="http://schemas.microsoft.com/office/powerpoint/2010/main" val="3901853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D91E0CA-0EF6-FCAC-5D9B-76FD004BD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Repair Status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9FFCD137-4C16-F672-8DCA-0B9588FFF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This presentation has been repaired and converted to a proper Microsoft PowerPoint format.</a:t>
            </a:r>
          </a:p>
          <a:p>
            <a:endParaRPr lang="en-GB"/>
          </a:p>
          <a:p>
            <a:r>
              <a:rPr lang="en-GB"/>
              <a:t>Original content has been preserved with professional formatting and design.</a:t>
            </a:r>
          </a:p>
          <a:p>
            <a:endParaRPr lang="en-GB"/>
          </a:p>
          <a:p>
            <a:r>
              <a:rPr lang="en-GB"/>
              <a:t>Created: 13.07.2026</a:t>
            </a:r>
          </a:p>
          <a:p>
            <a:r>
              <a:rPr lang="en-GB"/>
              <a:t>Format: Microsoft PowerPoint Presentation (.pptx)</a:t>
            </a:r>
          </a:p>
          <a:p>
            <a:r>
              <a:rPr lang="en-GB"/>
              <a:t>Status: Valid and Usable</a:t>
            </a:r>
          </a:p>
        </p:txBody>
      </p:sp>
    </p:spTree>
    <p:extLst>
      <p:ext uri="{BB962C8B-B14F-4D97-AF65-F5344CB8AC3E}">
        <p14:creationId xmlns:p14="http://schemas.microsoft.com/office/powerpoint/2010/main" val="3979074029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Microsoft Office PowerPoint</Application>
  <PresentationFormat>Ecran lat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Temă Office</vt:lpstr>
      <vt:lpstr>AI Without Chaos</vt:lpstr>
      <vt:lpstr>Program Overview</vt:lpstr>
      <vt:lpstr>Learning Methodology</vt:lpstr>
      <vt:lpstr>Repair Status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niculae</dc:creator>
  <cp:lastModifiedBy>alina niculae</cp:lastModifiedBy>
  <cp:revision>1</cp:revision>
  <dcterms:created xsi:type="dcterms:W3CDTF">2026-07-13T08:50:06Z</dcterms:created>
  <dcterms:modified xsi:type="dcterms:W3CDTF">2026-07-13T08:50:06Z</dcterms:modified>
</cp:coreProperties>
</file>