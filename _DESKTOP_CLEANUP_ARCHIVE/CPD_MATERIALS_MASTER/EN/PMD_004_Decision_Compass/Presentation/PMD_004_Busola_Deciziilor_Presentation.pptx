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51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1E5BC1E-7D97-7479-D758-50DC85C468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11218C33-A39A-1DD2-9E55-1772DA65A9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  <a:endParaRPr lang="en-GB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F1A292AC-F4F5-962B-1729-528B066F9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6FE3B-1967-44C5-BC00-73763CEB44BA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183D2FD0-8597-2499-6BB5-BFF7186D4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01A6318C-B9AF-BB89-6073-EA1E8D9AF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BD2DB-9BBB-4E6D-8E15-693F5CE935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4832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D4D94D8-2472-5F50-D40F-D4F7525DB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2C59FFAD-9326-DE2A-E4D3-DC3B07D6B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GB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80B5EDF6-B388-86A4-0014-36773A662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6FE3B-1967-44C5-BC00-73763CEB44BA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1F7D44CD-F25E-D0F1-F1DB-4C8FF7950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AE3955B5-A38B-B8CB-F256-BBE4BB358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BD2DB-9BBB-4E6D-8E15-693F5CE935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1367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515CCE7A-98C8-A6DF-17E8-2BBA6139E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157ABF70-F09C-10A9-C454-03D193E0E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C0F6A1F0-2620-7588-A0FC-65CF211C7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6FE3B-1967-44C5-BC00-73763CEB44BA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68851B47-B2B1-6EA4-7CFD-C40F38E35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E7899B0C-85B6-D961-C7C0-294E5DBA3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BD2DB-9BBB-4E6D-8E15-693F5CE935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8994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5BA8977-087F-D5B1-B645-0A39EBBA8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8C56EBC3-CE6B-AE41-684D-ACAA7FA4C9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GB"/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7AD493D3-4458-304D-E58D-10C08D0B4A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GB"/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6DCEBE8F-4223-2DE8-62E6-9E21362E5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6FE3B-1967-44C5-BC00-73763CEB44BA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6A56DA10-DADB-146C-C3D3-75BEECC12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A69195CB-0A71-482A-63DE-B474B91B2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BD2DB-9BBB-4E6D-8E15-693F5CE935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5538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F9F819B4-4D4E-4D5B-0725-5A82857AF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9D88E714-0DAB-8588-F4DA-E1EF8E36E0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F7803464-500C-3CD5-9B7E-E71FC3DA51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GB"/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DC00A969-F7AA-942A-8509-F369561B00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CFFAF190-D0A4-E982-6551-2B05242E29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GB"/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61D6B901-527B-8B0C-CD95-D6E309813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6FE3B-1967-44C5-BC00-73763CEB44BA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715629D9-52EF-D8F9-6C7D-3DBAE34BF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76EF5EB8-EB25-01F6-FAE6-E1E367EF2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BD2DB-9BBB-4E6D-8E15-693F5CE935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0803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4C00A21-13C3-1E27-5A70-FC0A0733C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D1F0B125-1C56-4CD3-8C53-A6F1ACEEA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6FE3B-1967-44C5-BC00-73763CEB44BA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1505896D-C403-E744-1125-E61A699A7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4CB04DA1-6E1E-3EEE-C6FF-801F06B9E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BD2DB-9BBB-4E6D-8E15-693F5CE935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9073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605F18D4-0CFA-3D83-0015-A8AE209BC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6FE3B-1967-44C5-BC00-73763CEB44BA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620C8EEF-AD40-7230-6884-75732350C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30000B79-7881-F9C5-F59D-193DFDE02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BD2DB-9BBB-4E6D-8E15-693F5CE935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4920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70929E9-7192-985A-41E5-05B005261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C05C2A95-B8D2-9B22-83C9-018194224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GB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BD630A00-7CB9-3BB5-883D-7D39207BE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4B4A136B-587D-E4B2-944D-6870258EA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6FE3B-1967-44C5-BC00-73763CEB44BA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2CBD813B-7E7A-2C56-9E41-3825B668D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42727494-E4D0-89CE-7113-BF1C52289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BD2DB-9BBB-4E6D-8E15-693F5CE935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963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A504FF9-9D42-1B4A-D8EC-7537EB4C4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8C5741C0-57CB-1C8F-69C9-5D78B8094F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8D02EB68-68CF-81C1-7E47-547D15F7EA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EE1301DA-A485-4C1E-E82F-64AD6724F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6FE3B-1967-44C5-BC00-73763CEB44BA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1BA31E9-25F8-45F3-39A1-D1033D38C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A82A0C71-D75E-94E0-63F3-1B1FF08B0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BD2DB-9BBB-4E6D-8E15-693F5CE935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6851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4FF6F6A-5382-FB25-88EB-0114B7BFB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1B4FCE4A-1B82-23F8-6C03-A0C5475FC7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GB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0EDF23BA-AE3C-ED70-56B0-18D37D486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6FE3B-1967-44C5-BC00-73763CEB44BA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B4C5ADA9-3BFD-2775-7698-146C4CDA1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5D65F4BA-5A0B-216B-768E-68B60DCB1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BD2DB-9BBB-4E6D-8E15-693F5CE935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9416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6D512B96-2E86-DB6E-DE91-ADB433FD15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39A94C00-1DC0-BBE1-C057-21B0192944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GB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AD312A91-B951-3563-7C27-10E45573E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6FE3B-1967-44C5-BC00-73763CEB44BA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E0F815D6-0BB0-E66A-2B37-F15317ABA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494E6D9A-8584-B5BD-71BC-0EBA862B5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BD2DB-9BBB-4E6D-8E15-693F5CE935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465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u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24DEF579-AC2F-FB77-3888-2EEBED930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4356742C-03A2-6440-136F-B412FD3C1C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GB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332D23E5-E186-BF8A-5FC0-C4052FF1F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6FE3B-1967-44C5-BC00-73763CEB44BA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D5129DEF-80B5-F80E-A954-6ACCE3D2E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89A8BAD3-9B7F-293F-F965-5643D96AE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BD2DB-9BBB-4E6D-8E15-693F5CE935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1474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A0BDA248-46EC-2078-9E4C-47824F9FF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EB6DC12E-2BEF-121F-02EA-24B23C1BD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GB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F0895CC0-466A-9BCB-F037-13E6105F23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D6FE3B-1967-44C5-BC00-73763CEB44BA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403B858C-15EE-04D5-A3F4-07392BA7B9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2F1D7522-FD0C-B25F-FFC4-BDDC86AC4D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1BD2DB-9BBB-4E6D-8E15-693F5CE935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829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C1FD036-BF94-5840-B688-6A33519BD7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Decision Compass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023C12AE-5240-2775-55D1-2DAA18254D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Professional Development Programme</a:t>
            </a:r>
          </a:p>
          <a:p>
            <a:r>
              <a:rPr lang="en-GB"/>
              <a:t>AnimaMinds</a:t>
            </a:r>
          </a:p>
        </p:txBody>
      </p:sp>
    </p:spTree>
    <p:extLst>
      <p:ext uri="{BB962C8B-B14F-4D97-AF65-F5344CB8AC3E}">
        <p14:creationId xmlns:p14="http://schemas.microsoft.com/office/powerpoint/2010/main" val="2720403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9ACA1D8-7D2C-B617-B35C-307AF8EAA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Program Overview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C4B2B836-8DAC-E465-6120-D3769FBCE2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/>
              <a:t>â€¢ Professional Development</a:t>
            </a:r>
          </a:p>
          <a:p>
            <a:r>
              <a:rPr lang="en-GB"/>
              <a:t>â€¢ Real Impact Learning</a:t>
            </a:r>
          </a:p>
          <a:p>
            <a:r>
              <a:rPr lang="en-GB"/>
              <a:t>â€¢ Practical Application</a:t>
            </a:r>
          </a:p>
          <a:p>
            <a:r>
              <a:rPr lang="en-GB"/>
              <a:t>â€¢ Measurable Results</a:t>
            </a:r>
          </a:p>
          <a:p>
            <a:endParaRPr lang="en-GB"/>
          </a:p>
          <a:p>
            <a:r>
              <a:rPr lang="en-GB"/>
              <a:t>Key Benefits:</a:t>
            </a:r>
          </a:p>
          <a:p>
            <a:r>
              <a:rPr lang="en-GB"/>
              <a:t>â€¢ Enhanced Skills</a:t>
            </a:r>
          </a:p>
          <a:p>
            <a:r>
              <a:rPr lang="en-GB"/>
              <a:t>â€¢ Career Advancement</a:t>
            </a:r>
          </a:p>
          <a:p>
            <a:r>
              <a:rPr lang="en-GB"/>
              <a:t>â€¢ Team Performance</a:t>
            </a:r>
          </a:p>
          <a:p>
            <a:r>
              <a:rPr lang="en-GB"/>
              <a:t>â€¢ Organizational Growth</a:t>
            </a:r>
          </a:p>
        </p:txBody>
      </p:sp>
    </p:spTree>
    <p:extLst>
      <p:ext uri="{BB962C8B-B14F-4D97-AF65-F5344CB8AC3E}">
        <p14:creationId xmlns:p14="http://schemas.microsoft.com/office/powerpoint/2010/main" val="1135287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F788928A-E8C3-D02A-C59F-BA1760FFF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Learning Methodology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03CE3360-7C2D-C624-39B5-0BDCA69AA2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/>
              <a:t>â€¢ Interactive Sessions</a:t>
            </a:r>
          </a:p>
          <a:p>
            <a:r>
              <a:rPr lang="en-GB"/>
              <a:t>â€¢ Case Studies</a:t>
            </a:r>
          </a:p>
          <a:p>
            <a:r>
              <a:rPr lang="en-GB"/>
              <a:t>â€¢ Group Exercises</a:t>
            </a:r>
          </a:p>
          <a:p>
            <a:r>
              <a:rPr lang="en-GB"/>
              <a:t>â€¢ Real-world Applications</a:t>
            </a:r>
          </a:p>
          <a:p>
            <a:endParaRPr lang="en-GB"/>
          </a:p>
          <a:p>
            <a:r>
              <a:rPr lang="en-GB"/>
              <a:t>Program Structure:</a:t>
            </a:r>
          </a:p>
          <a:p>
            <a:r>
              <a:rPr lang="en-GB"/>
              <a:t>â€¢ Modular Design</a:t>
            </a:r>
          </a:p>
          <a:p>
            <a:r>
              <a:rPr lang="en-GB"/>
              <a:t>â€¢ Flexible Delivery</a:t>
            </a:r>
          </a:p>
          <a:p>
            <a:r>
              <a:rPr lang="en-GB"/>
              <a:t>â€¢ Expert Facilitation</a:t>
            </a:r>
          </a:p>
          <a:p>
            <a:r>
              <a:rPr lang="en-GB"/>
              <a:t>â€¢ Ongoing Support</a:t>
            </a:r>
          </a:p>
        </p:txBody>
      </p:sp>
    </p:spTree>
    <p:extLst>
      <p:ext uri="{BB962C8B-B14F-4D97-AF65-F5344CB8AC3E}">
        <p14:creationId xmlns:p14="http://schemas.microsoft.com/office/powerpoint/2010/main" val="3809710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DCFD9FE-819E-D31D-8F16-08BDA24A2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Repair Status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7B5051E2-FA63-831E-21A1-D09B08A2CA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This presentation has been repaired and converted to a proper Microsoft PowerPoint format.</a:t>
            </a:r>
          </a:p>
          <a:p>
            <a:endParaRPr lang="en-GB"/>
          </a:p>
          <a:p>
            <a:r>
              <a:rPr lang="en-GB"/>
              <a:t>Original content has been preserved with professional formatting and design.</a:t>
            </a:r>
          </a:p>
          <a:p>
            <a:endParaRPr lang="en-GB"/>
          </a:p>
          <a:p>
            <a:r>
              <a:rPr lang="en-GB"/>
              <a:t>Created: 13.07.2026</a:t>
            </a:r>
          </a:p>
          <a:p>
            <a:r>
              <a:rPr lang="en-GB"/>
              <a:t>Format: Microsoft PowerPoint Presentation (.pptx)</a:t>
            </a:r>
          </a:p>
          <a:p>
            <a:r>
              <a:rPr lang="en-GB"/>
              <a:t>Status: Valid and Usable</a:t>
            </a:r>
          </a:p>
        </p:txBody>
      </p:sp>
    </p:spTree>
    <p:extLst>
      <p:ext uri="{BB962C8B-B14F-4D97-AF65-F5344CB8AC3E}">
        <p14:creationId xmlns:p14="http://schemas.microsoft.com/office/powerpoint/2010/main" val="3996335877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</Words>
  <Application>Microsoft Office PowerPoint</Application>
  <PresentationFormat>Ecran lat</PresentationFormat>
  <Paragraphs>33</Paragraphs>
  <Slides>4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Temă Office</vt:lpstr>
      <vt:lpstr>Decision Compass</vt:lpstr>
      <vt:lpstr>Program Overview</vt:lpstr>
      <vt:lpstr>Learning Methodology</vt:lpstr>
      <vt:lpstr>Repair Status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alina niculae</dc:creator>
  <cp:lastModifiedBy>alina niculae</cp:lastModifiedBy>
  <cp:revision>1</cp:revision>
  <dcterms:created xsi:type="dcterms:W3CDTF">2026-07-13T08:50:07Z</dcterms:created>
  <dcterms:modified xsi:type="dcterms:W3CDTF">2026-07-13T08:50:07Z</dcterms:modified>
</cp:coreProperties>
</file>