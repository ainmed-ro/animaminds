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27122D2-66AC-2F82-9F15-DE525B1E7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B06D7E2-42DD-A2B1-BCD5-A4880AD84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080A3C5-E126-A5DD-3693-5C8F85C6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9FDEA53-C8C4-6B24-5A24-78CEF12E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4F6BCDF-3DE9-49C6-38BE-230D42F9C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8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DAA775-4A04-8148-BDE2-5D2C41F6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4B07F34-90E4-6ED7-6AA7-6C62AE3C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7384730-CE3F-F70D-8596-FB6C3DCC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83E1C1F-4D5C-941F-3C77-6180C256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EEDBAE6-E737-8A9A-312C-FA31A162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57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5806562-DDF5-22DA-CD30-C6DEFC369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8D9ADD9-E599-26F4-AD90-0A4C27040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13224AF-8E02-7935-CA24-29B1B1DF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B0C71FE-807B-6E9D-51B4-36063490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89E59D7-6C67-BFDB-4A96-62EA394C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07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03C997D-CA46-0CD8-D979-E2AD40BB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23A3D83-3285-0231-AE30-6174DBF57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B341FDE-3406-0273-544D-A8DDB4832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98DD0087-79C6-5C42-5B13-F6DE5147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0FBCB15-F693-C56E-C2E1-660D064A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F70CECD-B52C-B31C-861E-9B5194E3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13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44A81A2-6B23-4805-09E8-1BD695F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8596E0D-5CBF-6ADB-8036-3D92DB988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319FFF7-EA74-0D97-41AD-F2B8AA4AC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1487DCF4-39F9-BDAF-1E08-EC4AA6C43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E75E4189-700F-E196-1FA1-FB4807037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8143FC4C-F646-59B3-5385-879B0CCE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64661A10-0B31-CE21-F93A-49D64475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B341B61D-8856-77EC-FE49-EDCBB6D9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88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AE90885-5DD7-3CB3-6A06-5BAB7C8D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30450A91-F1FF-A0AF-8860-6D5770B8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FE17882E-BF1D-2055-857F-176ADAF7B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B9ECCA82-63A8-521C-B7CA-D28D37CE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93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0C54C230-3CAD-4AE1-4E20-20AED378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D4D5AAF-6416-227D-B49E-BF083B7D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5B942BC-3953-F364-9D48-B0CC92E5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0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8494555-E4C3-0672-F09C-5ACA86F7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0CD8BB5-4DB3-E4A5-FCBB-26550BF43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E0CC5E57-3DE6-EEB0-C614-FACAFF85A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C441A3D-975A-EA7F-AA80-58458FC6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742C593-A8BA-38C9-88E2-E137C0BA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B0AFCD1A-75B3-F418-0C55-EC644BA4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46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D7FD3D-271F-C2EF-AD90-8DDEC801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11A770E-F710-BD62-70FD-B3134BA72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0DFFF231-0E9A-0B06-7114-9CC4CAE82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4BCEB0F-5A23-E994-BFE5-E0F31E58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74B2C9B-DE29-62C2-3122-6BEED9D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7501FE1-A404-912F-D9DD-1CE10171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34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2A096CF-C2EB-6FD6-63A3-52AB2CF6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596B0586-8FFD-22A3-82FC-00D249F34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5698FF2-0661-9BBB-22C3-2A76DDAA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9D95AA1-8C80-6F4E-5849-8AC99A11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256BA18-B4F5-300C-2E14-E66DFBA6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08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A7131100-ED50-C151-FEB0-D2B327794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52F3FCE-E761-8A17-ACA0-3E92DC74D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07C9E80-701E-2445-D9DB-0EE9DF84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AEAEE19-A44C-043E-7F3B-63D56D4A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CA405D2-BEBE-9152-96C6-AA437482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6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5946263-611A-102B-8CFF-F6E8AA72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0E5EB8A-F37A-9870-73A8-4E278BEEA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B537615-0F05-2A6D-EC5D-E4B30F21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E2A7428-F9E8-2668-1085-176F7C14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2856C6E-48D6-2621-83D5-00880F5F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1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3BA829F8-5DF9-6F3D-1DB1-FC03B490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CB69174-C98A-325F-59D4-0E53A59F3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09E6AB2-0D22-5935-71C1-BBAB58BAE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87A2-D92F-4C4D-A361-A852516DF3F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927A0EF-7CAE-2937-8DFA-A23AC89A5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9971D26-C329-239D-329D-0FBF11108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83D82-B7CB-42B5-9A2C-0E5C082EE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97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D34E35-FD01-5AED-76FB-4E73CB0503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The Human Advantage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82AE07D-606C-E636-794F-F683DBE51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Professional Development Programme</a:t>
            </a:r>
          </a:p>
          <a:p>
            <a:r>
              <a:rPr lang="en-GB"/>
              <a:t>AnimaMinds</a:t>
            </a:r>
          </a:p>
        </p:txBody>
      </p:sp>
    </p:spTree>
    <p:extLst>
      <p:ext uri="{BB962C8B-B14F-4D97-AF65-F5344CB8AC3E}">
        <p14:creationId xmlns:p14="http://schemas.microsoft.com/office/powerpoint/2010/main" val="186911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5A8C255-4188-4545-9940-3BA9BEBF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Program Overview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5ADD403-25F7-03DD-553A-E51791AB9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Professional Development</a:t>
            </a:r>
          </a:p>
          <a:p>
            <a:r>
              <a:rPr lang="en-GB"/>
              <a:t>â€¢ Real Impact Learning</a:t>
            </a:r>
          </a:p>
          <a:p>
            <a:r>
              <a:rPr lang="en-GB"/>
              <a:t>â€¢ Practical Application</a:t>
            </a:r>
          </a:p>
          <a:p>
            <a:r>
              <a:rPr lang="en-GB"/>
              <a:t>â€¢ Measurable Results</a:t>
            </a:r>
          </a:p>
          <a:p>
            <a:endParaRPr lang="en-GB"/>
          </a:p>
          <a:p>
            <a:r>
              <a:rPr lang="en-GB"/>
              <a:t>Key Benefits:</a:t>
            </a:r>
          </a:p>
          <a:p>
            <a:r>
              <a:rPr lang="en-GB"/>
              <a:t>â€¢ Enhanced Skills</a:t>
            </a:r>
          </a:p>
          <a:p>
            <a:r>
              <a:rPr lang="en-GB"/>
              <a:t>â€¢ Career Advancement</a:t>
            </a:r>
          </a:p>
          <a:p>
            <a:r>
              <a:rPr lang="en-GB"/>
              <a:t>â€¢ Team Performance</a:t>
            </a:r>
          </a:p>
          <a:p>
            <a:r>
              <a:rPr lang="en-GB"/>
              <a:t>â€¢ Organizational Growth</a:t>
            </a:r>
          </a:p>
        </p:txBody>
      </p:sp>
    </p:spTree>
    <p:extLst>
      <p:ext uri="{BB962C8B-B14F-4D97-AF65-F5344CB8AC3E}">
        <p14:creationId xmlns:p14="http://schemas.microsoft.com/office/powerpoint/2010/main" val="397136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180205-EAE9-74A0-7CD4-65D47695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Methodology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0B388DC-C6E5-F74D-A918-BF64AA603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Interactive Sessions</a:t>
            </a:r>
          </a:p>
          <a:p>
            <a:r>
              <a:rPr lang="en-GB"/>
              <a:t>â€¢ Case Studies</a:t>
            </a:r>
          </a:p>
          <a:p>
            <a:r>
              <a:rPr lang="en-GB"/>
              <a:t>â€¢ Group Exercises</a:t>
            </a:r>
          </a:p>
          <a:p>
            <a:r>
              <a:rPr lang="en-GB"/>
              <a:t>â€¢ Real-world Applications</a:t>
            </a:r>
          </a:p>
          <a:p>
            <a:endParaRPr lang="en-GB"/>
          </a:p>
          <a:p>
            <a:r>
              <a:rPr lang="en-GB"/>
              <a:t>Program Structure:</a:t>
            </a:r>
          </a:p>
          <a:p>
            <a:r>
              <a:rPr lang="en-GB"/>
              <a:t>â€¢ Modular Design</a:t>
            </a:r>
          </a:p>
          <a:p>
            <a:r>
              <a:rPr lang="en-GB"/>
              <a:t>â€¢ Flexible Delivery</a:t>
            </a:r>
          </a:p>
          <a:p>
            <a:r>
              <a:rPr lang="en-GB"/>
              <a:t>â€¢ Expert Facilitation</a:t>
            </a:r>
          </a:p>
          <a:p>
            <a:r>
              <a:rPr lang="en-GB"/>
              <a:t>â€¢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114174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AD49E38-AE88-8672-4FAE-B058617F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Repair Status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45D3FCD-F3E8-5339-4C12-109FBA24C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presentation has been repaired and converted to a proper Microsoft PowerPoint format.</a:t>
            </a:r>
          </a:p>
          <a:p>
            <a:endParaRPr lang="en-GB"/>
          </a:p>
          <a:p>
            <a:r>
              <a:rPr lang="en-GB"/>
              <a:t>Original content has been preserved with professional formatting and design.</a:t>
            </a:r>
          </a:p>
          <a:p>
            <a:endParaRPr lang="en-GB"/>
          </a:p>
          <a:p>
            <a:r>
              <a:rPr lang="en-GB"/>
              <a:t>Created: 13.07.2026</a:t>
            </a:r>
          </a:p>
          <a:p>
            <a:r>
              <a:rPr lang="en-GB"/>
              <a:t>Format: Microsoft PowerPoint Presentation (.pptx)</a:t>
            </a:r>
          </a:p>
          <a:p>
            <a:r>
              <a:rPr lang="en-GB"/>
              <a:t>Status: Valid and Usable</a:t>
            </a:r>
          </a:p>
        </p:txBody>
      </p:sp>
    </p:spTree>
    <p:extLst>
      <p:ext uri="{BB962C8B-B14F-4D97-AF65-F5344CB8AC3E}">
        <p14:creationId xmlns:p14="http://schemas.microsoft.com/office/powerpoint/2010/main" val="260522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Ecran lat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Temă Office</vt:lpstr>
      <vt:lpstr>The Human Advantage</vt:lpstr>
      <vt:lpstr>Program Overview</vt:lpstr>
      <vt:lpstr>Learning Methodology</vt:lpstr>
      <vt:lpstr>Repair Status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niculae</dc:creator>
  <cp:lastModifiedBy>alina niculae</cp:lastModifiedBy>
  <cp:revision>1</cp:revision>
  <dcterms:created xsi:type="dcterms:W3CDTF">2026-07-13T08:50:08Z</dcterms:created>
  <dcterms:modified xsi:type="dcterms:W3CDTF">2026-07-13T08:50:08Z</dcterms:modified>
</cp:coreProperties>
</file>