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AI Fără Haos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Folosește AI. Păstrează controlul.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3 sesiuni (2h + 2h + 2.5h) Online Live · 1 zi la sediu · 2 zile Experience Edition | Learning Hours: 7.5 | CPD Hours: 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Folosește AI. Păstrează controlul.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medicali și personal sanitar (pentru documentație și comunicare)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(pentru raportare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 (pentru crearea de materiale)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liste de prompturi fără înțelegere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oameni cu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**Organisations:** 1-day on-site or 2 × 3h online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focus on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**Healthcare/administration:** 1-day on-site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sector examples and privacy protocols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este și ce nu este AI-ul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AI: generativ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predictiv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analitic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Limitări reale și mituri comune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date personale și confidențialitate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Q&amp;A și consolidare (5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„Ce pot delega AI-ului?”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 selecție: repetitive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feedback rapid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NU să folosești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unui prompt eficient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constrângeri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iterare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Profesori: planuri de 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Manageri: rapoarte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emailuri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sinteze de întâlniri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Specialiști: cercetare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documentație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prezentări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Antreprenori: propuneri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oferte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strategii de comunicare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citești critic un output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Detectarea informațiilor false sau parțiale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Adaptarea la vocea și valorile proprii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Crearea unui plan de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unui „buddy AI” în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 Scenario Stations become digital breakout rooms with pre-loaded prompts.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vs. Human uses shared documents or collaborative whiteboards.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Dilemma Cards are displayed on screen and discussed in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session on Day 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Extend Sector Scenario Stations to include peer coaching.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a „human-AI contract" commitment ritual.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Observarea exercițiilor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la prompturi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Auto-evaluare la finalul fiecărui modul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Each participant produces one AI-assisted work asset relevant to their role.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what they will use AI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what they will not use it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how they will maintain control.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practical deliverable.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3 tasks they will delegate to AI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library (50+ prompts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folosesc AI”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 of recommended free AI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Ethical/privacy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Internet access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Participants should have access to at least one free generative AI tool (e.g.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ChatGPT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Gemini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Copilot)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 for facilitator demonstrations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offline prompt-writing exercises if internet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personal data of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patients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clients or employees.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confidential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classified or commercially sensitive information.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know which AI tool I am using and whether inputs may be used to train the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verify facts and not assume the output is correct.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edit the output to reflect my own voice and professional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take responsibility for the final result.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checked my organisation's AI-use policy (if one exists).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administrative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differentiation of materials.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never input student personal data into public AI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 templates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summarising guidelines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health materials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reporting.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no patient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clinical decisions delegated to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all outputs reviewed by qualified staff.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meeting summaries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translation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follow institutional AI policy; no confidential or classified data in public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proposals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marketing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 communications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strategy documents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competitor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develop internal AI-use guidelines and establish human-in-the-loop review.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grant applications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social media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AI use with organisational values and beneficiary confidentiality.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Empowering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frightening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and responsible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jargon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coding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experience using generative AI tools in their own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explain technical concepts in non-technical language.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data privacy and AI ethics basics.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 (to match sector adaptations).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training.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AI Fără Haos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AI 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 worksheet completion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deliverable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tasks delegated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time saved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deliverable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Transformă AI-ul din sursă de anxietate în instrument practic și controlabil.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Identifică taskuri repetitive pe care AI-ul le poate accelera.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Învață să validezi, editezi și preiei responsabilitatea pentru outputurile generate de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Protejează datele personale, confidențiale și sensibile.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Păstrează judecata profesională și vocea umană.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what generative AI can and cannot do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**Identify** at least 5 repetitive tasks in their own workflow that can be accelerated with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**Use** core prompting techniques (role, context, format, constraints, iteration).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**Evaluate** AI outputs for accuracy, bias, tone and suitability.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**Edit** and personalise AI-generated content so it reflects their own voice and expertise.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**Apply** a simple ethical and data-privacy checklist before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at least one practical work asset using AI (email, lesson plan, report, presentation, etc.).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**Develop** a personal AI-use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taskuri pe care le voi delega AI-ului: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Primul task pe care îl voi încerca mâine: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Tool-ul pe care îl voi folosi: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Regula mea de siguranță: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Cum voi verifica outputul: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Buddy AI / persoana cu care împărtășesc progresul: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**Content review cycle:** Program content is reviewed every 6 months or after any major AI tool update, whichever comes first.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**Facilitator debrief:** After each delivery, facilitators complete a 15-minute debrief form noting what worked, what did not and any participant questions they could not answer.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**Sector validation:** Sector-specific examples are reviewed by at least one subject-matter expert or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**Data privacy audit:** Once per year, the privacy checklist and tool recommendations are reviewed to ensure compliance with current regulations and tool terms of service.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2026-07-12T19:56:47Z</dcterms:created>
  <dcterms:modified xsi:type="dcterms:W3CDTF">2026-07-12T19:56:47Z</dcterms:modified>
</cp:coreProperties>
</file>