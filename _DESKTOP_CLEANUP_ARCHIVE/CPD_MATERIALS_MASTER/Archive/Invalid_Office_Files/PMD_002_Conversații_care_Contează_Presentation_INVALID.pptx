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Conversații care Contează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Cuvintele potrivite schimbă totul.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3 sesiuni (2h + 2h + 2.5h) Online Live · 1 zi la sediu · 2 zile Experience Edition | Learning Hours: 7.5 | CPD Hours: 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Cuvintele potrivite schimbă totul.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 (comunicare cu pacienți și colegi)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(comunicare internă și externă)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convingere sau manipulare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comunicare „de fațadă" fără schimbare reală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mediere profesională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with trust issues:** 1-day on-site with extended role-play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 focused on feedback to students and 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focused on patient and team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monolog la dialog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feedback: apreciere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evaluare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coaching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Bariere în comunicare: 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presupuneri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reputație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siguranța psihologică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Nivelurile ascultării: internală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focalizată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globală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parafrază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clarificare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ascultare fără să întrerupi și fără să soliciți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feedbackului constructiv: situație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cerere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pozitiv și de îmbunătățire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scrierea unui mesaj de feedback în 4 propoziții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Rol-play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livrezi vești proaste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gestionezi emoții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Tehnica „Eu observ... Eu simt... Eu am nevoie..."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Scenarii pe roluri: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coleg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Conversații pentru 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pentru convinșere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Întrebări puternice și ascultare în grup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consens minus unu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maparea acordurilor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a 3 conversații importante din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cheie și primul pas pentru fiecare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Sentence Rewrite uses chat or shared doc.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Triangles use breakout rooms with assigned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Alignment Map uses a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Difficult Conversation Role-Play uses breakout rooms with **video-on** or **chat-based**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Plan uses individual digital worksheet.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**Speaker** — delivers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**Recipient** — receives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watches and takes notes using the Active Listening Rubric or Feedback Rubric.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communication patterns.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or movement-based listening exercise.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coached role-plays with peer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role-plays using Active Listening Rubric and Feedback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feedback script + one 4-sentence message ready to send.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recent conversation the participant will approach differently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why.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feedback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giving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important conversations they will initiate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including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Active Listening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formula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techniques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de o conversație dificilă"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Psychological safety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Flipchart or whiteboard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Microphones for larger rooms (Experience Edition / on-site)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version using printed cards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purpose for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focusing on one behaviour or situation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 person's character.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willing to listen at least as much as I speak.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acknowledge my own part in the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choosing words that connect before correcting.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private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appropriate setting.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allowed enough time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just delivery.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ask "Ce auzi tu când spun asta?" and adjust.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emotionally demanding sessions with a co-facilitator or supervisor.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participants' personal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collaboration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communication must model the behaviour educators want students to learn.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handover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breaking bad news (basic level only).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this program does **not** replace clinical communication training; it supports everyday professional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team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consultations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collaboration.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communication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aligned with institutional values.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„Care sunt cele mai importante 3 rezultate pentru fiecare departament?"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„Unde se suprapun interesele noastre?"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 compromis realist putem accepta împreună?"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„Cine comunică ce și când?"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performance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negotiation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cross-functional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communication to business outcomes: clarity saves 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trust reduces turnover.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beneficiary-sensitive messaging.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communication with mission and values; avoid donor-centric language that dehumanises beneficiaries.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Empathetic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soft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Courageous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task-third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Calm sub Presiune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leadership or team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sensitive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feedback models and psychological safety concepts.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Conversații care Contează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feedback and difficult-conversation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 and role-plays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conversations initiated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feedback script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Pregătește și livrează feedback care produce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Ascultă activ în conversații emoționale sau cu miză ridicată.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Exprimă dezacord sau vești dificile fără să atace persoana.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Aliniază echipa în jurul unei decizii prin dialog, nu monolog.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Construiește siguranță psihologică și încredere pas cu pas.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Menține claritatea și respectul sub presiune.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feedback, evaluation and appreciation.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**Prepare** a feedback conversation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**Listen actively** in conversations where emotions or stakes are high.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**Express** disagreement or bad news without attacking the person.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**Align** a team around a decision using questions, not monologues.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**Identify** concrete repair steps for a working relationship after a difficult conversation, and describe them in a written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**Apply** a checklist for psychologically safe communication.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**Create** a personal communication action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conversații pe care vreau să le abordez diferit: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Prima conversație pe care o voi pregăti: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Mesajul meu cheie (în maximum 2 propoziții):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Ce voi face ca să creez siguranță psihologică: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Ce voi evita (vechi obicei):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Primul pas concret: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Pause the activity calmly.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Acknowledge the emotion without pressuring the person to continue: *„Văd că acest subiect atinge ceva personal. Nu trebuie să continuăm în rol."*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options: observe, take a short break, or speak privately with the facilitator.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 not offer counselling, diagnosis or advice beyond the scope of communication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If needed, refer the participant to appropriate support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Return the group to the activity or move to a less intense exercise.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Thank them for trusting the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State clearly: *„Acest program nu oferă terapie sau consiliere.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Offer a private follow-up conversation to identify appropriate referral.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Document the referral offer and any action taken.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**Content review cycle:** Program content is reviewed every 6 months or after any significant research update on psychological safety or feedback models.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(6/6)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**Facilitator debrief:** After each delivery, facilitators complete a 15-minute debrief form noting what worked, what did not and any emotional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**Sector validation:** Sector-specific examples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2026-07-12T19:56:54Z</dcterms:created>
  <dcterms:modified xsi:type="dcterms:W3CDTF">2026-07-12T19:56:54Z</dcterms:modified>
</cp:coreProperties>
</file>